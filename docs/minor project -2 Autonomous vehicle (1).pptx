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 id="2147483684" r:id="rId3"/>
    <p:sldMasterId id="2147483696" r:id="rId4"/>
    <p:sldMasterId id="2147483720" r:id="rId5"/>
    <p:sldMasterId id="2147483732" r:id="rId6"/>
  </p:sldMasterIdLst>
  <p:notesMasterIdLst>
    <p:notesMasterId r:id="rId16"/>
  </p:notesMasterIdLst>
  <p:sldIdLst>
    <p:sldId id="279" r:id="rId7"/>
    <p:sldId id="273" r:id="rId8"/>
    <p:sldId id="258" r:id="rId9"/>
    <p:sldId id="287" r:id="rId10"/>
    <p:sldId id="260" r:id="rId11"/>
    <p:sldId id="284" r:id="rId12"/>
    <p:sldId id="285" r:id="rId13"/>
    <p:sldId id="286" r:id="rId14"/>
    <p:sldId id="288" r:id="rId15"/>
  </p:sldIdLst>
  <p:sldSz cx="12190413"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D4FF"/>
    <a:srgbClr val="00E266"/>
    <a:srgbClr val="4A7D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104" autoAdjust="0"/>
  </p:normalViewPr>
  <p:slideViewPr>
    <p:cSldViewPr>
      <p:cViewPr varScale="1">
        <p:scale>
          <a:sx n="80" d="100"/>
          <a:sy n="80" d="100"/>
        </p:scale>
        <p:origin x="754" y="5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5" Type="http://schemas.openxmlformats.org/officeDocument/2006/relationships/slideMaster" Target="slideMasters/slideMaster5.xml"/><Relationship Id="rId15" Type="http://schemas.openxmlformats.org/officeDocument/2006/relationships/slide" Target="slides/slide9.xml"/><Relationship Id="rId10" Type="http://schemas.openxmlformats.org/officeDocument/2006/relationships/slide" Target="slides/slide4.xml"/><Relationship Id="rId1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7C18B3-CB9E-4B6A-BD6A-CB6FD235DEE7}" type="datetimeFigureOut">
              <a:rPr lang="en-US" smtClean="0"/>
              <a:t>2/15/2026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45EFCB-442C-43E6-AE84-FD05D27B38A0}" type="slidenum">
              <a:rPr lang="en-US" smtClean="0"/>
              <a:t>‹#›</a:t>
            </a:fld>
            <a:endParaRPr lang="en-US"/>
          </a:p>
        </p:txBody>
      </p:sp>
    </p:spTree>
    <p:extLst>
      <p:ext uri="{BB962C8B-B14F-4D97-AF65-F5344CB8AC3E}">
        <p14:creationId xmlns:p14="http://schemas.microsoft.com/office/powerpoint/2010/main" val="670934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245EFCB-442C-43E6-AE84-FD05D27B38A0}" type="slidenum">
              <a:rPr lang="en-US" smtClean="0"/>
              <a:t>2</a:t>
            </a:fld>
            <a:endParaRPr lang="en-US"/>
          </a:p>
        </p:txBody>
      </p:sp>
    </p:spTree>
    <p:extLst>
      <p:ext uri="{BB962C8B-B14F-4D97-AF65-F5344CB8AC3E}">
        <p14:creationId xmlns:p14="http://schemas.microsoft.com/office/powerpoint/2010/main" val="41457876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45EFCB-442C-43E6-AE84-FD05D27B38A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57210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1">
            <a:extLst>
              <a:ext uri="{FF2B5EF4-FFF2-40B4-BE49-F238E27FC236}">
                <a16:creationId xmlns:a16="http://schemas.microsoft.com/office/drawing/2014/main" id="{F19FF0CA-CEFD-C497-59B9-6CA0948A5C51}"/>
              </a:ext>
            </a:extLst>
          </p:cNvPr>
          <p:cNvSpPr>
            <a:spLocks noGrp="1" noRot="1" noChangeAspect="1" noChangeArrowheads="1"/>
          </p:cNvSpPr>
          <p:nvPr>
            <p:ph type="sldImg"/>
          </p:nvPr>
        </p:nvSpPr>
        <p:spPr/>
      </p:sp>
      <p:sp>
        <p:nvSpPr>
          <p:cNvPr id="9218" name="Rectangle 2">
            <a:extLst>
              <a:ext uri="{FF2B5EF4-FFF2-40B4-BE49-F238E27FC236}">
                <a16:creationId xmlns:a16="http://schemas.microsoft.com/office/drawing/2014/main" id="{E47E4D0A-8593-8360-2E5B-B74E9497547F}"/>
              </a:ext>
            </a:extLst>
          </p:cNvPr>
          <p:cNvSpPr>
            <a:spLocks noGrp="1" noChangeArrowheads="1"/>
          </p:cNvSpPr>
          <p:nvPr>
            <p:ph type="body" sz="quarter" idx="1"/>
          </p:nvPr>
        </p:nvSpPr>
        <p:spPr/>
        <p:txBody>
          <a:bodyPr/>
          <a:lstStyle/>
          <a:p>
            <a:r>
              <a:rPr lang="en-US" altLang="en-US"/>
              <a:t>D. Planning &amp; Decision Layer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281" y="2130426"/>
            <a:ext cx="10361851"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828562" y="3886200"/>
            <a:ext cx="8533289"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5" name="Footer Placeholder 4"/>
          <p:cNvSpPr>
            <a:spLocks noGrp="1"/>
          </p:cNvSpPr>
          <p:nvPr>
            <p:ph type="ftr" sz="quarter" idx="11"/>
          </p:nvPr>
        </p:nvSpPr>
        <p:spPr>
          <a:xfrm>
            <a:off x="4165058" y="6356351"/>
            <a:ext cx="3860297"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1093894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521" y="274638"/>
            <a:ext cx="10971372" cy="1143000"/>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609521" y="1600201"/>
            <a:ext cx="10971372"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5" name="Footer Placeholder 4"/>
          <p:cNvSpPr>
            <a:spLocks noGrp="1"/>
          </p:cNvSpPr>
          <p:nvPr>
            <p:ph type="ftr" sz="quarter" idx="11"/>
          </p:nvPr>
        </p:nvSpPr>
        <p:spPr>
          <a:xfrm>
            <a:off x="4165058" y="6356351"/>
            <a:ext cx="3860297"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3614878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959" y="4406901"/>
            <a:ext cx="10361851"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2959" y="2906713"/>
            <a:ext cx="10361851"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5" name="Footer Placeholder 4"/>
          <p:cNvSpPr>
            <a:spLocks noGrp="1"/>
          </p:cNvSpPr>
          <p:nvPr>
            <p:ph type="ftr" sz="quarter" idx="11"/>
          </p:nvPr>
        </p:nvSpPr>
        <p:spPr>
          <a:xfrm>
            <a:off x="4165058" y="6356351"/>
            <a:ext cx="3860297"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1611144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521" y="274638"/>
            <a:ext cx="10971372"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609521" y="1600201"/>
            <a:ext cx="5384099"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6793" y="1600201"/>
            <a:ext cx="5384099"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6" name="Footer Placeholder 5"/>
          <p:cNvSpPr>
            <a:spLocks noGrp="1"/>
          </p:cNvSpPr>
          <p:nvPr>
            <p:ph type="ftr" sz="quarter" idx="11"/>
          </p:nvPr>
        </p:nvSpPr>
        <p:spPr>
          <a:xfrm>
            <a:off x="4165058" y="6356351"/>
            <a:ext cx="3860297"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3103274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21" y="274638"/>
            <a:ext cx="10971372"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09521" y="1535113"/>
            <a:ext cx="5386216"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21" y="2174875"/>
            <a:ext cx="5386216"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92561" y="1535113"/>
            <a:ext cx="5388332"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2561" y="2174875"/>
            <a:ext cx="5388332"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8" name="Footer Placeholder 7"/>
          <p:cNvSpPr>
            <a:spLocks noGrp="1"/>
          </p:cNvSpPr>
          <p:nvPr>
            <p:ph type="ftr" sz="quarter" idx="11"/>
          </p:nvPr>
        </p:nvSpPr>
        <p:spPr>
          <a:xfrm>
            <a:off x="4165058" y="6356351"/>
            <a:ext cx="3860297" cy="365125"/>
          </a:xfrm>
          <a:prstGeom prst="rect">
            <a:avLst/>
          </a:prstGeom>
        </p:spPr>
        <p:txBody>
          <a:bodyPr/>
          <a:lstStyle/>
          <a:p>
            <a:endParaRPr lang="en-IN"/>
          </a:p>
        </p:txBody>
      </p:sp>
      <p:sp>
        <p:nvSpPr>
          <p:cNvPr id="9" name="Slide Number Placeholder 8"/>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50630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21" y="274638"/>
            <a:ext cx="10971372"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4" name="Footer Placeholder 3"/>
          <p:cNvSpPr>
            <a:spLocks noGrp="1"/>
          </p:cNvSpPr>
          <p:nvPr>
            <p:ph type="ftr" sz="quarter" idx="11"/>
          </p:nvPr>
        </p:nvSpPr>
        <p:spPr>
          <a:xfrm>
            <a:off x="4165058" y="6356351"/>
            <a:ext cx="3860297" cy="365125"/>
          </a:xfrm>
          <a:prstGeom prst="rect">
            <a:avLst/>
          </a:prstGeom>
        </p:spPr>
        <p:txBody>
          <a:bodyPr/>
          <a:lstStyle/>
          <a:p>
            <a:endParaRPr lang="en-IN"/>
          </a:p>
        </p:txBody>
      </p:sp>
      <p:sp>
        <p:nvSpPr>
          <p:cNvPr id="5" name="Slide Number Placeholder 4"/>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1418767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3" name="Footer Placeholder 2"/>
          <p:cNvSpPr>
            <a:spLocks noGrp="1"/>
          </p:cNvSpPr>
          <p:nvPr>
            <p:ph type="ftr" sz="quarter" idx="11"/>
          </p:nvPr>
        </p:nvSpPr>
        <p:spPr>
          <a:xfrm>
            <a:off x="4165058" y="6356351"/>
            <a:ext cx="3860297" cy="365125"/>
          </a:xfrm>
          <a:prstGeom prst="rect">
            <a:avLst/>
          </a:prstGeom>
        </p:spPr>
        <p:txBody>
          <a:bodyPr/>
          <a:lstStyle/>
          <a:p>
            <a:endParaRPr lang="en-IN"/>
          </a:p>
        </p:txBody>
      </p:sp>
      <p:sp>
        <p:nvSpPr>
          <p:cNvPr id="4" name="Slide Number Placeholder 3"/>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606147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21" y="273050"/>
            <a:ext cx="4010562"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4766113" y="273051"/>
            <a:ext cx="6814779"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09521" y="1435101"/>
            <a:ext cx="4010562"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6" name="Footer Placeholder 5"/>
          <p:cNvSpPr>
            <a:spLocks noGrp="1"/>
          </p:cNvSpPr>
          <p:nvPr>
            <p:ph type="ftr" sz="quarter" idx="11"/>
          </p:nvPr>
        </p:nvSpPr>
        <p:spPr>
          <a:xfrm>
            <a:off x="4165058" y="6356351"/>
            <a:ext cx="3860297"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2915955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406" y="4800600"/>
            <a:ext cx="7314248"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2389406" y="612775"/>
            <a:ext cx="7314248"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389406" y="5367338"/>
            <a:ext cx="7314248"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6" name="Footer Placeholder 5"/>
          <p:cNvSpPr>
            <a:spLocks noGrp="1"/>
          </p:cNvSpPr>
          <p:nvPr>
            <p:ph type="ftr" sz="quarter" idx="11"/>
          </p:nvPr>
        </p:nvSpPr>
        <p:spPr>
          <a:xfrm>
            <a:off x="4165058" y="6356351"/>
            <a:ext cx="3860297"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258675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521" y="274638"/>
            <a:ext cx="10971372"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609521" y="1600201"/>
            <a:ext cx="10971372"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5" name="Footer Placeholder 4"/>
          <p:cNvSpPr>
            <a:spLocks noGrp="1"/>
          </p:cNvSpPr>
          <p:nvPr>
            <p:ph type="ftr" sz="quarter" idx="11"/>
          </p:nvPr>
        </p:nvSpPr>
        <p:spPr>
          <a:xfrm>
            <a:off x="4165058" y="6356351"/>
            <a:ext cx="3860297"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1631305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8049" y="274639"/>
            <a:ext cx="2742843"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521" y="274639"/>
            <a:ext cx="8025355"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5" name="Footer Placeholder 4"/>
          <p:cNvSpPr>
            <a:spLocks noGrp="1"/>
          </p:cNvSpPr>
          <p:nvPr>
            <p:ph type="ftr" sz="quarter" idx="11"/>
          </p:nvPr>
        </p:nvSpPr>
        <p:spPr>
          <a:xfrm>
            <a:off x="4165058" y="6356351"/>
            <a:ext cx="3860297"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42474386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281" y="2130426"/>
            <a:ext cx="10361851"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828562" y="3886200"/>
            <a:ext cx="8533289"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5" name="Footer Placeholder 4"/>
          <p:cNvSpPr>
            <a:spLocks noGrp="1"/>
          </p:cNvSpPr>
          <p:nvPr>
            <p:ph type="ftr" sz="quarter" idx="11"/>
          </p:nvPr>
        </p:nvSpPr>
        <p:spPr>
          <a:xfrm>
            <a:off x="4165058" y="6356351"/>
            <a:ext cx="3860297"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37530538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521" y="274638"/>
            <a:ext cx="10971372" cy="1143000"/>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609521" y="1600201"/>
            <a:ext cx="10971372"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5" name="Footer Placeholder 4"/>
          <p:cNvSpPr>
            <a:spLocks noGrp="1"/>
          </p:cNvSpPr>
          <p:nvPr>
            <p:ph type="ftr" sz="quarter" idx="11"/>
          </p:nvPr>
        </p:nvSpPr>
        <p:spPr>
          <a:xfrm>
            <a:off x="4165058" y="6356351"/>
            <a:ext cx="3860297"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1883258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959" y="4406901"/>
            <a:ext cx="10361851"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2959" y="2906713"/>
            <a:ext cx="10361851"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5" name="Footer Placeholder 4"/>
          <p:cNvSpPr>
            <a:spLocks noGrp="1"/>
          </p:cNvSpPr>
          <p:nvPr>
            <p:ph type="ftr" sz="quarter" idx="11"/>
          </p:nvPr>
        </p:nvSpPr>
        <p:spPr>
          <a:xfrm>
            <a:off x="4165058" y="6356351"/>
            <a:ext cx="3860297"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1171016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521" y="274638"/>
            <a:ext cx="10971372"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609521" y="1600201"/>
            <a:ext cx="5384099"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6793" y="1600201"/>
            <a:ext cx="5384099"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6" name="Footer Placeholder 5"/>
          <p:cNvSpPr>
            <a:spLocks noGrp="1"/>
          </p:cNvSpPr>
          <p:nvPr>
            <p:ph type="ftr" sz="quarter" idx="11"/>
          </p:nvPr>
        </p:nvSpPr>
        <p:spPr>
          <a:xfrm>
            <a:off x="4165058" y="6356351"/>
            <a:ext cx="3860297"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32292447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21" y="274638"/>
            <a:ext cx="10971372"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09521" y="1535113"/>
            <a:ext cx="5386216"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21" y="2174875"/>
            <a:ext cx="5386216"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92561" y="1535113"/>
            <a:ext cx="5388332"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2561" y="2174875"/>
            <a:ext cx="5388332"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8" name="Footer Placeholder 7"/>
          <p:cNvSpPr>
            <a:spLocks noGrp="1"/>
          </p:cNvSpPr>
          <p:nvPr>
            <p:ph type="ftr" sz="quarter" idx="11"/>
          </p:nvPr>
        </p:nvSpPr>
        <p:spPr>
          <a:xfrm>
            <a:off x="4165058" y="6356351"/>
            <a:ext cx="3860297" cy="365125"/>
          </a:xfrm>
          <a:prstGeom prst="rect">
            <a:avLst/>
          </a:prstGeom>
        </p:spPr>
        <p:txBody>
          <a:bodyPr/>
          <a:lstStyle/>
          <a:p>
            <a:endParaRPr lang="en-IN"/>
          </a:p>
        </p:txBody>
      </p:sp>
      <p:sp>
        <p:nvSpPr>
          <p:cNvPr id="9" name="Slide Number Placeholder 8"/>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30495129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21" y="274638"/>
            <a:ext cx="10971372"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4" name="Footer Placeholder 3"/>
          <p:cNvSpPr>
            <a:spLocks noGrp="1"/>
          </p:cNvSpPr>
          <p:nvPr>
            <p:ph type="ftr" sz="quarter" idx="11"/>
          </p:nvPr>
        </p:nvSpPr>
        <p:spPr>
          <a:xfrm>
            <a:off x="4165058" y="6356351"/>
            <a:ext cx="3860297" cy="365125"/>
          </a:xfrm>
          <a:prstGeom prst="rect">
            <a:avLst/>
          </a:prstGeom>
        </p:spPr>
        <p:txBody>
          <a:bodyPr/>
          <a:lstStyle/>
          <a:p>
            <a:endParaRPr lang="en-IN"/>
          </a:p>
        </p:txBody>
      </p:sp>
      <p:sp>
        <p:nvSpPr>
          <p:cNvPr id="5" name="Slide Number Placeholder 4"/>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34409115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3" name="Footer Placeholder 2"/>
          <p:cNvSpPr>
            <a:spLocks noGrp="1"/>
          </p:cNvSpPr>
          <p:nvPr>
            <p:ph type="ftr" sz="quarter" idx="11"/>
          </p:nvPr>
        </p:nvSpPr>
        <p:spPr>
          <a:xfrm>
            <a:off x="4165058" y="6356351"/>
            <a:ext cx="3860297" cy="365125"/>
          </a:xfrm>
          <a:prstGeom prst="rect">
            <a:avLst/>
          </a:prstGeom>
        </p:spPr>
        <p:txBody>
          <a:bodyPr/>
          <a:lstStyle/>
          <a:p>
            <a:endParaRPr lang="en-IN"/>
          </a:p>
        </p:txBody>
      </p:sp>
      <p:sp>
        <p:nvSpPr>
          <p:cNvPr id="4" name="Slide Number Placeholder 3"/>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30499643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21" y="273050"/>
            <a:ext cx="4010562"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4766113" y="273051"/>
            <a:ext cx="6814779"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09521" y="1435101"/>
            <a:ext cx="4010562"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6" name="Footer Placeholder 5"/>
          <p:cNvSpPr>
            <a:spLocks noGrp="1"/>
          </p:cNvSpPr>
          <p:nvPr>
            <p:ph type="ftr" sz="quarter" idx="11"/>
          </p:nvPr>
        </p:nvSpPr>
        <p:spPr>
          <a:xfrm>
            <a:off x="4165058" y="6356351"/>
            <a:ext cx="3860297"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29084308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406" y="4800600"/>
            <a:ext cx="7314248"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2389406" y="612775"/>
            <a:ext cx="7314248"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389406" y="5367338"/>
            <a:ext cx="7314248"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6" name="Footer Placeholder 5"/>
          <p:cNvSpPr>
            <a:spLocks noGrp="1"/>
          </p:cNvSpPr>
          <p:nvPr>
            <p:ph type="ftr" sz="quarter" idx="11"/>
          </p:nvPr>
        </p:nvSpPr>
        <p:spPr>
          <a:xfrm>
            <a:off x="4165058" y="6356351"/>
            <a:ext cx="3860297"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30740939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521" y="274638"/>
            <a:ext cx="10971372"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609521" y="1600201"/>
            <a:ext cx="10971372"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5" name="Footer Placeholder 4"/>
          <p:cNvSpPr>
            <a:spLocks noGrp="1"/>
          </p:cNvSpPr>
          <p:nvPr>
            <p:ph type="ftr" sz="quarter" idx="11"/>
          </p:nvPr>
        </p:nvSpPr>
        <p:spPr>
          <a:xfrm>
            <a:off x="4165058" y="6356351"/>
            <a:ext cx="3860297"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30870027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8049" y="274639"/>
            <a:ext cx="2742843"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521" y="274639"/>
            <a:ext cx="8025355"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5" name="Footer Placeholder 4"/>
          <p:cNvSpPr>
            <a:spLocks noGrp="1"/>
          </p:cNvSpPr>
          <p:nvPr>
            <p:ph type="ftr" sz="quarter" idx="11"/>
          </p:nvPr>
        </p:nvSpPr>
        <p:spPr>
          <a:xfrm>
            <a:off x="4165058" y="6356351"/>
            <a:ext cx="3860297"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31523938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469AF-0080-BE50-D80B-21E468C852A7}"/>
              </a:ext>
            </a:extLst>
          </p:cNvPr>
          <p:cNvSpPr>
            <a:spLocks noGrp="1"/>
          </p:cNvSpPr>
          <p:nvPr>
            <p:ph type="ctrTitle"/>
          </p:nvPr>
        </p:nvSpPr>
        <p:spPr>
          <a:xfrm>
            <a:off x="1523803" y="1122363"/>
            <a:ext cx="914281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8ABB997-B7F3-45FA-D7F1-C2C5F0EA8106}"/>
              </a:ext>
            </a:extLst>
          </p:cNvPr>
          <p:cNvSpPr>
            <a:spLocks noGrp="1"/>
          </p:cNvSpPr>
          <p:nvPr>
            <p:ph type="subTitle" idx="1"/>
          </p:nvPr>
        </p:nvSpPr>
        <p:spPr>
          <a:xfrm>
            <a:off x="1523803" y="3602038"/>
            <a:ext cx="914281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Slide Number Placeholder 3">
            <a:extLst>
              <a:ext uri="{FF2B5EF4-FFF2-40B4-BE49-F238E27FC236}">
                <a16:creationId xmlns:a16="http://schemas.microsoft.com/office/drawing/2014/main" id="{DC615A2D-B290-871B-C25F-D6CA9B10332D}"/>
              </a:ext>
            </a:extLst>
          </p:cNvPr>
          <p:cNvSpPr>
            <a:spLocks noGrp="1"/>
          </p:cNvSpPr>
          <p:nvPr>
            <p:ph type="sldNum" sz="quarter" idx="10"/>
          </p:nvPr>
        </p:nvSpPr>
        <p:spPr/>
        <p:txBody>
          <a:bodyPr/>
          <a:lstStyle>
            <a:lvl1pPr>
              <a:defRPr/>
            </a:lvl1pPr>
          </a:lstStyle>
          <a:p>
            <a:fld id="{E726B966-8D3C-4E77-8A0B-04283388B176}" type="slidenum">
              <a:rPr lang="en-US" altLang="en-US"/>
              <a:pPr/>
              <a:t>‹#›</a:t>
            </a:fld>
            <a:endParaRPr lang="en-US" altLang="en-US"/>
          </a:p>
        </p:txBody>
      </p:sp>
    </p:spTree>
    <p:extLst>
      <p:ext uri="{BB962C8B-B14F-4D97-AF65-F5344CB8AC3E}">
        <p14:creationId xmlns:p14="http://schemas.microsoft.com/office/powerpoint/2010/main" val="42740994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8D007-AA02-FA9B-C805-97B31A9C410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A8732D8-6AED-3302-AC46-D1B1EEEFC4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Slide Number Placeholder 3">
            <a:extLst>
              <a:ext uri="{FF2B5EF4-FFF2-40B4-BE49-F238E27FC236}">
                <a16:creationId xmlns:a16="http://schemas.microsoft.com/office/drawing/2014/main" id="{21949965-C850-3301-9CF3-DFD5EF02C350}"/>
              </a:ext>
            </a:extLst>
          </p:cNvPr>
          <p:cNvSpPr>
            <a:spLocks noGrp="1"/>
          </p:cNvSpPr>
          <p:nvPr>
            <p:ph type="sldNum" sz="quarter" idx="10"/>
          </p:nvPr>
        </p:nvSpPr>
        <p:spPr/>
        <p:txBody>
          <a:bodyPr/>
          <a:lstStyle>
            <a:lvl1pPr>
              <a:defRPr/>
            </a:lvl1pPr>
          </a:lstStyle>
          <a:p>
            <a:fld id="{1AB12EA7-E063-4118-AE7D-2EEA2CBA3473}" type="slidenum">
              <a:rPr lang="en-US" altLang="en-US"/>
              <a:pPr/>
              <a:t>‹#›</a:t>
            </a:fld>
            <a:endParaRPr lang="en-US" altLang="en-US"/>
          </a:p>
        </p:txBody>
      </p:sp>
    </p:spTree>
    <p:extLst>
      <p:ext uri="{BB962C8B-B14F-4D97-AF65-F5344CB8AC3E}">
        <p14:creationId xmlns:p14="http://schemas.microsoft.com/office/powerpoint/2010/main" val="16976972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1F6FB-8E57-19B6-BB12-F5631C146748}"/>
              </a:ext>
            </a:extLst>
          </p:cNvPr>
          <p:cNvSpPr>
            <a:spLocks noGrp="1"/>
          </p:cNvSpPr>
          <p:nvPr>
            <p:ph type="title"/>
          </p:nvPr>
        </p:nvSpPr>
        <p:spPr>
          <a:xfrm>
            <a:off x="831021" y="1709739"/>
            <a:ext cx="10515661"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4AEDC8F-74D2-A76D-2D11-FC6CE7D20F04}"/>
              </a:ext>
            </a:extLst>
          </p:cNvPr>
          <p:cNvSpPr>
            <a:spLocks noGrp="1"/>
          </p:cNvSpPr>
          <p:nvPr>
            <p:ph type="body" idx="1"/>
          </p:nvPr>
        </p:nvSpPr>
        <p:spPr>
          <a:xfrm>
            <a:off x="831021" y="4589464"/>
            <a:ext cx="10515661"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Slide Number Placeholder 3">
            <a:extLst>
              <a:ext uri="{FF2B5EF4-FFF2-40B4-BE49-F238E27FC236}">
                <a16:creationId xmlns:a16="http://schemas.microsoft.com/office/drawing/2014/main" id="{54744621-B2AA-EE29-9E47-75BC2A9D9A52}"/>
              </a:ext>
            </a:extLst>
          </p:cNvPr>
          <p:cNvSpPr>
            <a:spLocks noGrp="1"/>
          </p:cNvSpPr>
          <p:nvPr>
            <p:ph type="sldNum" sz="quarter" idx="10"/>
          </p:nvPr>
        </p:nvSpPr>
        <p:spPr/>
        <p:txBody>
          <a:bodyPr/>
          <a:lstStyle>
            <a:lvl1pPr>
              <a:defRPr/>
            </a:lvl1pPr>
          </a:lstStyle>
          <a:p>
            <a:fld id="{3D716BC6-E759-490A-9EE4-8E193FADA6D2}" type="slidenum">
              <a:rPr lang="en-US" altLang="en-US"/>
              <a:pPr/>
              <a:t>‹#›</a:t>
            </a:fld>
            <a:endParaRPr lang="en-US" altLang="en-US"/>
          </a:p>
        </p:txBody>
      </p:sp>
    </p:spTree>
    <p:extLst>
      <p:ext uri="{BB962C8B-B14F-4D97-AF65-F5344CB8AC3E}">
        <p14:creationId xmlns:p14="http://schemas.microsoft.com/office/powerpoint/2010/main" val="8967002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12FA3-B418-34AB-5B6C-14B91994E7D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3C367A-C11E-D839-28BD-FD048257671F}"/>
              </a:ext>
            </a:extLst>
          </p:cNvPr>
          <p:cNvSpPr>
            <a:spLocks noGrp="1"/>
          </p:cNvSpPr>
          <p:nvPr>
            <p:ph sz="half" idx="1"/>
          </p:nvPr>
        </p:nvSpPr>
        <p:spPr>
          <a:xfrm>
            <a:off x="608568" y="1600201"/>
            <a:ext cx="5415137"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B361562-ABCE-0BA7-08D0-88C37D0A30A6}"/>
              </a:ext>
            </a:extLst>
          </p:cNvPr>
          <p:cNvSpPr>
            <a:spLocks noGrp="1"/>
          </p:cNvSpPr>
          <p:nvPr>
            <p:ph sz="half" idx="2"/>
          </p:nvPr>
        </p:nvSpPr>
        <p:spPr>
          <a:xfrm>
            <a:off x="6176243" y="1600201"/>
            <a:ext cx="5415137"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Slide Number Placeholder 4">
            <a:extLst>
              <a:ext uri="{FF2B5EF4-FFF2-40B4-BE49-F238E27FC236}">
                <a16:creationId xmlns:a16="http://schemas.microsoft.com/office/drawing/2014/main" id="{AC321F8F-C2FF-5136-7D14-1868AAF0C6FB}"/>
              </a:ext>
            </a:extLst>
          </p:cNvPr>
          <p:cNvSpPr>
            <a:spLocks noGrp="1"/>
          </p:cNvSpPr>
          <p:nvPr>
            <p:ph type="sldNum" sz="quarter" idx="10"/>
          </p:nvPr>
        </p:nvSpPr>
        <p:spPr/>
        <p:txBody>
          <a:bodyPr/>
          <a:lstStyle>
            <a:lvl1pPr>
              <a:defRPr/>
            </a:lvl1pPr>
          </a:lstStyle>
          <a:p>
            <a:fld id="{38963D64-DA36-49BD-B529-E4BAC96AFBA0}" type="slidenum">
              <a:rPr lang="en-US" altLang="en-US"/>
              <a:pPr/>
              <a:t>‹#›</a:t>
            </a:fld>
            <a:endParaRPr lang="en-US" altLang="en-US"/>
          </a:p>
        </p:txBody>
      </p:sp>
    </p:spTree>
    <p:extLst>
      <p:ext uri="{BB962C8B-B14F-4D97-AF65-F5344CB8AC3E}">
        <p14:creationId xmlns:p14="http://schemas.microsoft.com/office/powerpoint/2010/main" val="30703083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94A91-BB92-B452-5B37-73C8CFE6FB5B}"/>
              </a:ext>
            </a:extLst>
          </p:cNvPr>
          <p:cNvSpPr>
            <a:spLocks noGrp="1"/>
          </p:cNvSpPr>
          <p:nvPr>
            <p:ph type="title"/>
          </p:nvPr>
        </p:nvSpPr>
        <p:spPr>
          <a:xfrm>
            <a:off x="838965" y="365126"/>
            <a:ext cx="10515661"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7BD867-BE83-1D25-6014-31867A9273B7}"/>
              </a:ext>
            </a:extLst>
          </p:cNvPr>
          <p:cNvSpPr>
            <a:spLocks noGrp="1"/>
          </p:cNvSpPr>
          <p:nvPr>
            <p:ph type="body" idx="1"/>
          </p:nvPr>
        </p:nvSpPr>
        <p:spPr>
          <a:xfrm>
            <a:off x="838965" y="1681163"/>
            <a:ext cx="515772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74ADB3-0D90-7F44-A056-236B80428CD0}"/>
              </a:ext>
            </a:extLst>
          </p:cNvPr>
          <p:cNvSpPr>
            <a:spLocks noGrp="1"/>
          </p:cNvSpPr>
          <p:nvPr>
            <p:ph sz="half" idx="2"/>
          </p:nvPr>
        </p:nvSpPr>
        <p:spPr>
          <a:xfrm>
            <a:off x="838965" y="2505075"/>
            <a:ext cx="515772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F90A495-A8E9-8983-5C3F-526F5D0ACA79}"/>
              </a:ext>
            </a:extLst>
          </p:cNvPr>
          <p:cNvSpPr>
            <a:spLocks noGrp="1"/>
          </p:cNvSpPr>
          <p:nvPr>
            <p:ph type="body" sz="quarter" idx="3"/>
          </p:nvPr>
        </p:nvSpPr>
        <p:spPr>
          <a:xfrm>
            <a:off x="6171477" y="1681163"/>
            <a:ext cx="51831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5496FC-C8E5-5BA9-3F7F-0A1660CEB3F3}"/>
              </a:ext>
            </a:extLst>
          </p:cNvPr>
          <p:cNvSpPr>
            <a:spLocks noGrp="1"/>
          </p:cNvSpPr>
          <p:nvPr>
            <p:ph sz="quarter" idx="4"/>
          </p:nvPr>
        </p:nvSpPr>
        <p:spPr>
          <a:xfrm>
            <a:off x="6171477" y="2505075"/>
            <a:ext cx="518315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Slide Number Placeholder 6">
            <a:extLst>
              <a:ext uri="{FF2B5EF4-FFF2-40B4-BE49-F238E27FC236}">
                <a16:creationId xmlns:a16="http://schemas.microsoft.com/office/drawing/2014/main" id="{D8B0ED98-AC27-480E-F03A-9D3D9FD54C53}"/>
              </a:ext>
            </a:extLst>
          </p:cNvPr>
          <p:cNvSpPr>
            <a:spLocks noGrp="1"/>
          </p:cNvSpPr>
          <p:nvPr>
            <p:ph type="sldNum" sz="quarter" idx="10"/>
          </p:nvPr>
        </p:nvSpPr>
        <p:spPr/>
        <p:txBody>
          <a:bodyPr/>
          <a:lstStyle>
            <a:lvl1pPr>
              <a:defRPr/>
            </a:lvl1pPr>
          </a:lstStyle>
          <a:p>
            <a:fld id="{4BDEDBA8-474A-4D6D-81D1-AD3B37E642B9}" type="slidenum">
              <a:rPr lang="en-US" altLang="en-US"/>
              <a:pPr/>
              <a:t>‹#›</a:t>
            </a:fld>
            <a:endParaRPr lang="en-US" altLang="en-US"/>
          </a:p>
        </p:txBody>
      </p:sp>
    </p:spTree>
    <p:extLst>
      <p:ext uri="{BB962C8B-B14F-4D97-AF65-F5344CB8AC3E}">
        <p14:creationId xmlns:p14="http://schemas.microsoft.com/office/powerpoint/2010/main" val="22660388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19BC6-1AB7-0699-58C6-11894A35B518}"/>
              </a:ext>
            </a:extLst>
          </p:cNvPr>
          <p:cNvSpPr>
            <a:spLocks noGrp="1"/>
          </p:cNvSpPr>
          <p:nvPr>
            <p:ph type="title"/>
          </p:nvPr>
        </p:nvSpPr>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3492641A-C62A-E9AA-9286-0EDD208A48CF}"/>
              </a:ext>
            </a:extLst>
          </p:cNvPr>
          <p:cNvSpPr>
            <a:spLocks noGrp="1"/>
          </p:cNvSpPr>
          <p:nvPr>
            <p:ph type="sldNum" sz="quarter" idx="10"/>
          </p:nvPr>
        </p:nvSpPr>
        <p:spPr/>
        <p:txBody>
          <a:bodyPr/>
          <a:lstStyle>
            <a:lvl1pPr>
              <a:defRPr/>
            </a:lvl1pPr>
          </a:lstStyle>
          <a:p>
            <a:fld id="{D2EBCD0A-9CCF-4FF3-920B-1D8E482C0828}" type="slidenum">
              <a:rPr lang="en-US" altLang="en-US"/>
              <a:pPr/>
              <a:t>‹#›</a:t>
            </a:fld>
            <a:endParaRPr lang="en-US" altLang="en-US"/>
          </a:p>
        </p:txBody>
      </p:sp>
    </p:spTree>
    <p:extLst>
      <p:ext uri="{BB962C8B-B14F-4D97-AF65-F5344CB8AC3E}">
        <p14:creationId xmlns:p14="http://schemas.microsoft.com/office/powerpoint/2010/main" val="19762802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20370E-30D8-BDBA-361C-9B876F72B81D}"/>
              </a:ext>
            </a:extLst>
          </p:cNvPr>
          <p:cNvSpPr>
            <a:spLocks noGrp="1"/>
          </p:cNvSpPr>
          <p:nvPr>
            <p:ph type="sldNum" sz="quarter" idx="10"/>
          </p:nvPr>
        </p:nvSpPr>
        <p:spPr/>
        <p:txBody>
          <a:bodyPr/>
          <a:lstStyle>
            <a:lvl1pPr>
              <a:defRPr/>
            </a:lvl1pPr>
          </a:lstStyle>
          <a:p>
            <a:fld id="{73B6CC34-88FB-4B77-A50A-5BA67315594A}" type="slidenum">
              <a:rPr lang="en-US" altLang="en-US"/>
              <a:pPr/>
              <a:t>‹#›</a:t>
            </a:fld>
            <a:endParaRPr lang="en-US" altLang="en-US"/>
          </a:p>
        </p:txBody>
      </p:sp>
    </p:spTree>
    <p:extLst>
      <p:ext uri="{BB962C8B-B14F-4D97-AF65-F5344CB8AC3E}">
        <p14:creationId xmlns:p14="http://schemas.microsoft.com/office/powerpoint/2010/main" val="18268966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B0A30-1FEC-ECF1-7431-2C08E0A7FBF7}"/>
              </a:ext>
            </a:extLst>
          </p:cNvPr>
          <p:cNvSpPr>
            <a:spLocks noGrp="1"/>
          </p:cNvSpPr>
          <p:nvPr>
            <p:ph type="title"/>
          </p:nvPr>
        </p:nvSpPr>
        <p:spPr>
          <a:xfrm>
            <a:off x="838965" y="457200"/>
            <a:ext cx="3932648"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A68C5F4-B846-00D1-634F-9EC7756243FE}"/>
              </a:ext>
            </a:extLst>
          </p:cNvPr>
          <p:cNvSpPr>
            <a:spLocks noGrp="1"/>
          </p:cNvSpPr>
          <p:nvPr>
            <p:ph idx="1"/>
          </p:nvPr>
        </p:nvSpPr>
        <p:spPr>
          <a:xfrm>
            <a:off x="5183150" y="987426"/>
            <a:ext cx="6171476"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BEC8A66-719D-F557-16A5-6457EC0489AD}"/>
              </a:ext>
            </a:extLst>
          </p:cNvPr>
          <p:cNvSpPr>
            <a:spLocks noGrp="1"/>
          </p:cNvSpPr>
          <p:nvPr>
            <p:ph type="body" sz="half" idx="2"/>
          </p:nvPr>
        </p:nvSpPr>
        <p:spPr>
          <a:xfrm>
            <a:off x="838965" y="2057400"/>
            <a:ext cx="393264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DFF439A4-6F22-C53D-0199-00FC6D42A918}"/>
              </a:ext>
            </a:extLst>
          </p:cNvPr>
          <p:cNvSpPr>
            <a:spLocks noGrp="1"/>
          </p:cNvSpPr>
          <p:nvPr>
            <p:ph type="sldNum" sz="quarter" idx="10"/>
          </p:nvPr>
        </p:nvSpPr>
        <p:spPr/>
        <p:txBody>
          <a:bodyPr/>
          <a:lstStyle>
            <a:lvl1pPr>
              <a:defRPr/>
            </a:lvl1pPr>
          </a:lstStyle>
          <a:p>
            <a:fld id="{E4569716-4D4A-47D8-A838-5D72EA636FDD}" type="slidenum">
              <a:rPr lang="en-US" altLang="en-US"/>
              <a:pPr/>
              <a:t>‹#›</a:t>
            </a:fld>
            <a:endParaRPr lang="en-US" altLang="en-US"/>
          </a:p>
        </p:txBody>
      </p:sp>
    </p:spTree>
    <p:extLst>
      <p:ext uri="{BB962C8B-B14F-4D97-AF65-F5344CB8AC3E}">
        <p14:creationId xmlns:p14="http://schemas.microsoft.com/office/powerpoint/2010/main" val="15784102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584D9-4E9A-F888-708A-687A47532B6C}"/>
              </a:ext>
            </a:extLst>
          </p:cNvPr>
          <p:cNvSpPr>
            <a:spLocks noGrp="1"/>
          </p:cNvSpPr>
          <p:nvPr>
            <p:ph type="title"/>
          </p:nvPr>
        </p:nvSpPr>
        <p:spPr>
          <a:xfrm>
            <a:off x="838965" y="457200"/>
            <a:ext cx="3932648"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C9F8326-22DA-FFE5-4BFE-4C53277EAB68}"/>
              </a:ext>
            </a:extLst>
          </p:cNvPr>
          <p:cNvSpPr>
            <a:spLocks noGrp="1"/>
          </p:cNvSpPr>
          <p:nvPr>
            <p:ph type="pic" idx="1"/>
          </p:nvPr>
        </p:nvSpPr>
        <p:spPr>
          <a:xfrm>
            <a:off x="5183150" y="987426"/>
            <a:ext cx="6171476"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B5D02E6-1F81-AF70-3B7E-30E561819BFE}"/>
              </a:ext>
            </a:extLst>
          </p:cNvPr>
          <p:cNvSpPr>
            <a:spLocks noGrp="1"/>
          </p:cNvSpPr>
          <p:nvPr>
            <p:ph type="body" sz="half" idx="2"/>
          </p:nvPr>
        </p:nvSpPr>
        <p:spPr>
          <a:xfrm>
            <a:off x="838965" y="2057400"/>
            <a:ext cx="393264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E57C183E-B292-B2F5-6816-7E6EF99F0008}"/>
              </a:ext>
            </a:extLst>
          </p:cNvPr>
          <p:cNvSpPr>
            <a:spLocks noGrp="1"/>
          </p:cNvSpPr>
          <p:nvPr>
            <p:ph type="sldNum" sz="quarter" idx="10"/>
          </p:nvPr>
        </p:nvSpPr>
        <p:spPr/>
        <p:txBody>
          <a:bodyPr/>
          <a:lstStyle>
            <a:lvl1pPr>
              <a:defRPr/>
            </a:lvl1pPr>
          </a:lstStyle>
          <a:p>
            <a:fld id="{93F77072-DD14-4A4B-9B70-87815050ED9F}" type="slidenum">
              <a:rPr lang="en-US" altLang="en-US"/>
              <a:pPr/>
              <a:t>‹#›</a:t>
            </a:fld>
            <a:endParaRPr lang="en-US" altLang="en-US"/>
          </a:p>
        </p:txBody>
      </p:sp>
    </p:spTree>
    <p:extLst>
      <p:ext uri="{BB962C8B-B14F-4D97-AF65-F5344CB8AC3E}">
        <p14:creationId xmlns:p14="http://schemas.microsoft.com/office/powerpoint/2010/main" val="2607993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DE1F3-8B15-5184-B0EE-5E2DD6FC2B9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CA2EF2E-47F0-A442-C9F6-366A14E772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Slide Number Placeholder 3">
            <a:extLst>
              <a:ext uri="{FF2B5EF4-FFF2-40B4-BE49-F238E27FC236}">
                <a16:creationId xmlns:a16="http://schemas.microsoft.com/office/drawing/2014/main" id="{9C513033-8A6A-1A40-36B6-22797DBE8207}"/>
              </a:ext>
            </a:extLst>
          </p:cNvPr>
          <p:cNvSpPr>
            <a:spLocks noGrp="1"/>
          </p:cNvSpPr>
          <p:nvPr>
            <p:ph type="sldNum" sz="quarter" idx="10"/>
          </p:nvPr>
        </p:nvSpPr>
        <p:spPr/>
        <p:txBody>
          <a:bodyPr/>
          <a:lstStyle>
            <a:lvl1pPr>
              <a:defRPr/>
            </a:lvl1pPr>
          </a:lstStyle>
          <a:p>
            <a:fld id="{1AB29131-7561-44C4-AD58-E4431E70AAE4}" type="slidenum">
              <a:rPr lang="en-US" altLang="en-US"/>
              <a:pPr/>
              <a:t>‹#›</a:t>
            </a:fld>
            <a:endParaRPr lang="en-US" altLang="en-US"/>
          </a:p>
        </p:txBody>
      </p:sp>
    </p:spTree>
    <p:extLst>
      <p:ext uri="{BB962C8B-B14F-4D97-AF65-F5344CB8AC3E}">
        <p14:creationId xmlns:p14="http://schemas.microsoft.com/office/powerpoint/2010/main" val="9772310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780D58-E3D7-D10C-33C5-1C32E2157C17}"/>
              </a:ext>
            </a:extLst>
          </p:cNvPr>
          <p:cNvSpPr>
            <a:spLocks noGrp="1"/>
          </p:cNvSpPr>
          <p:nvPr>
            <p:ph type="title" orient="vert"/>
          </p:nvPr>
        </p:nvSpPr>
        <p:spPr>
          <a:xfrm>
            <a:off x="8845677" y="274639"/>
            <a:ext cx="2745703" cy="5851525"/>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6A0F326-61D3-7F2E-471D-4BADDFCA18FC}"/>
              </a:ext>
            </a:extLst>
          </p:cNvPr>
          <p:cNvSpPr>
            <a:spLocks noGrp="1"/>
          </p:cNvSpPr>
          <p:nvPr>
            <p:ph type="body" orient="vert" idx="1"/>
          </p:nvPr>
        </p:nvSpPr>
        <p:spPr>
          <a:xfrm>
            <a:off x="608568" y="274639"/>
            <a:ext cx="808457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Slide Number Placeholder 3">
            <a:extLst>
              <a:ext uri="{FF2B5EF4-FFF2-40B4-BE49-F238E27FC236}">
                <a16:creationId xmlns:a16="http://schemas.microsoft.com/office/drawing/2014/main" id="{EB29FEE2-D3B8-2A49-3A8D-A6DE19F4B179}"/>
              </a:ext>
            </a:extLst>
          </p:cNvPr>
          <p:cNvSpPr>
            <a:spLocks noGrp="1"/>
          </p:cNvSpPr>
          <p:nvPr>
            <p:ph type="sldNum" sz="quarter" idx="10"/>
          </p:nvPr>
        </p:nvSpPr>
        <p:spPr/>
        <p:txBody>
          <a:bodyPr/>
          <a:lstStyle>
            <a:lvl1pPr>
              <a:defRPr/>
            </a:lvl1pPr>
          </a:lstStyle>
          <a:p>
            <a:fld id="{87CAE2A2-49FC-4F8E-9CF5-CD052CEA358B}" type="slidenum">
              <a:rPr lang="en-US" altLang="en-US"/>
              <a:pPr/>
              <a:t>‹#›</a:t>
            </a:fld>
            <a:endParaRPr lang="en-US" altLang="en-US"/>
          </a:p>
        </p:txBody>
      </p:sp>
    </p:spTree>
    <p:extLst>
      <p:ext uri="{BB962C8B-B14F-4D97-AF65-F5344CB8AC3E}">
        <p14:creationId xmlns:p14="http://schemas.microsoft.com/office/powerpoint/2010/main" val="2336191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281" y="2130426"/>
            <a:ext cx="10361851"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828562" y="3886200"/>
            <a:ext cx="8533289"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5" name="Footer Placeholder 4"/>
          <p:cNvSpPr>
            <a:spLocks noGrp="1"/>
          </p:cNvSpPr>
          <p:nvPr>
            <p:ph type="ftr" sz="quarter" idx="11"/>
          </p:nvPr>
        </p:nvSpPr>
        <p:spPr>
          <a:xfrm>
            <a:off x="4165058" y="6356351"/>
            <a:ext cx="3860297"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153655643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521" y="274638"/>
            <a:ext cx="10971372" cy="1143000"/>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609521" y="1600201"/>
            <a:ext cx="10971372"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5" name="Footer Placeholder 4"/>
          <p:cNvSpPr>
            <a:spLocks noGrp="1"/>
          </p:cNvSpPr>
          <p:nvPr>
            <p:ph type="ftr" sz="quarter" idx="11"/>
          </p:nvPr>
        </p:nvSpPr>
        <p:spPr>
          <a:xfrm>
            <a:off x="4165058" y="6356351"/>
            <a:ext cx="3860297"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160169042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959" y="4406901"/>
            <a:ext cx="10361851"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2959" y="2906713"/>
            <a:ext cx="10361851"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5" name="Footer Placeholder 4"/>
          <p:cNvSpPr>
            <a:spLocks noGrp="1"/>
          </p:cNvSpPr>
          <p:nvPr>
            <p:ph type="ftr" sz="quarter" idx="11"/>
          </p:nvPr>
        </p:nvSpPr>
        <p:spPr>
          <a:xfrm>
            <a:off x="4165058" y="6356351"/>
            <a:ext cx="3860297"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220858408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521" y="274638"/>
            <a:ext cx="10971372"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609521" y="1600201"/>
            <a:ext cx="5384099"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6793" y="1600201"/>
            <a:ext cx="5384099"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6" name="Footer Placeholder 5"/>
          <p:cNvSpPr>
            <a:spLocks noGrp="1"/>
          </p:cNvSpPr>
          <p:nvPr>
            <p:ph type="ftr" sz="quarter" idx="11"/>
          </p:nvPr>
        </p:nvSpPr>
        <p:spPr>
          <a:xfrm>
            <a:off x="4165058" y="6356351"/>
            <a:ext cx="3860297"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29552140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21" y="274638"/>
            <a:ext cx="10971372"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09521" y="1535113"/>
            <a:ext cx="5386216"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21" y="2174875"/>
            <a:ext cx="5386216"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92561" y="1535113"/>
            <a:ext cx="5388332"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2561" y="2174875"/>
            <a:ext cx="5388332"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8" name="Footer Placeholder 7"/>
          <p:cNvSpPr>
            <a:spLocks noGrp="1"/>
          </p:cNvSpPr>
          <p:nvPr>
            <p:ph type="ftr" sz="quarter" idx="11"/>
          </p:nvPr>
        </p:nvSpPr>
        <p:spPr>
          <a:xfrm>
            <a:off x="4165058" y="6356351"/>
            <a:ext cx="3860297" cy="365125"/>
          </a:xfrm>
          <a:prstGeom prst="rect">
            <a:avLst/>
          </a:prstGeom>
        </p:spPr>
        <p:txBody>
          <a:bodyPr/>
          <a:lstStyle/>
          <a:p>
            <a:endParaRPr lang="en-IN"/>
          </a:p>
        </p:txBody>
      </p:sp>
      <p:sp>
        <p:nvSpPr>
          <p:cNvPr id="9" name="Slide Number Placeholder 8"/>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372243329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21" y="274638"/>
            <a:ext cx="10971372"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4" name="Footer Placeholder 3"/>
          <p:cNvSpPr>
            <a:spLocks noGrp="1"/>
          </p:cNvSpPr>
          <p:nvPr>
            <p:ph type="ftr" sz="quarter" idx="11"/>
          </p:nvPr>
        </p:nvSpPr>
        <p:spPr>
          <a:xfrm>
            <a:off x="4165058" y="6356351"/>
            <a:ext cx="3860297" cy="365125"/>
          </a:xfrm>
          <a:prstGeom prst="rect">
            <a:avLst/>
          </a:prstGeom>
        </p:spPr>
        <p:txBody>
          <a:bodyPr/>
          <a:lstStyle/>
          <a:p>
            <a:endParaRPr lang="en-IN"/>
          </a:p>
        </p:txBody>
      </p:sp>
      <p:sp>
        <p:nvSpPr>
          <p:cNvPr id="5" name="Slide Number Placeholder 4"/>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11256356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3" name="Footer Placeholder 2"/>
          <p:cNvSpPr>
            <a:spLocks noGrp="1"/>
          </p:cNvSpPr>
          <p:nvPr>
            <p:ph type="ftr" sz="quarter" idx="11"/>
          </p:nvPr>
        </p:nvSpPr>
        <p:spPr>
          <a:xfrm>
            <a:off x="4165058" y="6356351"/>
            <a:ext cx="3860297" cy="365125"/>
          </a:xfrm>
          <a:prstGeom prst="rect">
            <a:avLst/>
          </a:prstGeom>
        </p:spPr>
        <p:txBody>
          <a:bodyPr/>
          <a:lstStyle/>
          <a:p>
            <a:endParaRPr lang="en-IN"/>
          </a:p>
        </p:txBody>
      </p:sp>
      <p:sp>
        <p:nvSpPr>
          <p:cNvPr id="4" name="Slide Number Placeholder 3"/>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9421860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21" y="273050"/>
            <a:ext cx="4010562"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4766113" y="273051"/>
            <a:ext cx="6814779"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09521" y="1435101"/>
            <a:ext cx="4010562"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6" name="Footer Placeholder 5"/>
          <p:cNvSpPr>
            <a:spLocks noGrp="1"/>
          </p:cNvSpPr>
          <p:nvPr>
            <p:ph type="ftr" sz="quarter" idx="11"/>
          </p:nvPr>
        </p:nvSpPr>
        <p:spPr>
          <a:xfrm>
            <a:off x="4165058" y="6356351"/>
            <a:ext cx="3860297"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268836981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406" y="4800600"/>
            <a:ext cx="7314248"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2389406" y="612775"/>
            <a:ext cx="7314248"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389406" y="5367338"/>
            <a:ext cx="7314248"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6" name="Footer Placeholder 5"/>
          <p:cNvSpPr>
            <a:spLocks noGrp="1"/>
          </p:cNvSpPr>
          <p:nvPr>
            <p:ph type="ftr" sz="quarter" idx="11"/>
          </p:nvPr>
        </p:nvSpPr>
        <p:spPr>
          <a:xfrm>
            <a:off x="4165058" y="6356351"/>
            <a:ext cx="3860297"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210835828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521" y="274638"/>
            <a:ext cx="10971372"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609521" y="1600201"/>
            <a:ext cx="10971372"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5" name="Footer Placeholder 4"/>
          <p:cNvSpPr>
            <a:spLocks noGrp="1"/>
          </p:cNvSpPr>
          <p:nvPr>
            <p:ph type="ftr" sz="quarter" idx="11"/>
          </p:nvPr>
        </p:nvSpPr>
        <p:spPr>
          <a:xfrm>
            <a:off x="4165058" y="6356351"/>
            <a:ext cx="3860297"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268846016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8049" y="274639"/>
            <a:ext cx="2742843"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521" y="274639"/>
            <a:ext cx="8025355"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5" name="Footer Placeholder 4"/>
          <p:cNvSpPr>
            <a:spLocks noGrp="1"/>
          </p:cNvSpPr>
          <p:nvPr>
            <p:ph type="ftr" sz="quarter" idx="11"/>
          </p:nvPr>
        </p:nvSpPr>
        <p:spPr>
          <a:xfrm>
            <a:off x="4165058" y="6356351"/>
            <a:ext cx="3860297"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148232047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8B8EA-7BB7-D9A8-8202-BBA922DC88A3}"/>
              </a:ext>
            </a:extLst>
          </p:cNvPr>
          <p:cNvSpPr>
            <a:spLocks noGrp="1"/>
          </p:cNvSpPr>
          <p:nvPr>
            <p:ph type="ctrTitle"/>
          </p:nvPr>
        </p:nvSpPr>
        <p:spPr>
          <a:xfrm>
            <a:off x="1523803" y="1122363"/>
            <a:ext cx="914281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E0641E0-31C1-7294-DA91-31F4B14647B1}"/>
              </a:ext>
            </a:extLst>
          </p:cNvPr>
          <p:cNvSpPr>
            <a:spLocks noGrp="1"/>
          </p:cNvSpPr>
          <p:nvPr>
            <p:ph type="subTitle" idx="1"/>
          </p:nvPr>
        </p:nvSpPr>
        <p:spPr>
          <a:xfrm>
            <a:off x="1523803" y="3602038"/>
            <a:ext cx="914281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Slide Number Placeholder 3">
            <a:extLst>
              <a:ext uri="{FF2B5EF4-FFF2-40B4-BE49-F238E27FC236}">
                <a16:creationId xmlns:a16="http://schemas.microsoft.com/office/drawing/2014/main" id="{66820211-25A7-6F28-BA36-C23E8C910DB7}"/>
              </a:ext>
            </a:extLst>
          </p:cNvPr>
          <p:cNvSpPr>
            <a:spLocks noGrp="1"/>
          </p:cNvSpPr>
          <p:nvPr>
            <p:ph type="sldNum" sz="quarter" idx="10"/>
          </p:nvPr>
        </p:nvSpPr>
        <p:spPr/>
        <p:txBody>
          <a:bodyPr/>
          <a:lstStyle>
            <a:lvl1pPr>
              <a:defRPr/>
            </a:lvl1pPr>
          </a:lstStyle>
          <a:p>
            <a:fld id="{6127885F-9CF8-41A3-9C01-0499D0998911}" type="slidenum">
              <a:rPr lang="en-US" altLang="en-US"/>
              <a:pPr/>
              <a:t>‹#›</a:t>
            </a:fld>
            <a:endParaRPr lang="en-US" altLang="en-US"/>
          </a:p>
        </p:txBody>
      </p:sp>
    </p:spTree>
    <p:extLst>
      <p:ext uri="{BB962C8B-B14F-4D97-AF65-F5344CB8AC3E}">
        <p14:creationId xmlns:p14="http://schemas.microsoft.com/office/powerpoint/2010/main" val="348403730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3D67D-6D61-AEE3-B28D-069C27965F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B4ABB0-E0F6-6FCD-869D-E0A650048B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Slide Number Placeholder 3">
            <a:extLst>
              <a:ext uri="{FF2B5EF4-FFF2-40B4-BE49-F238E27FC236}">
                <a16:creationId xmlns:a16="http://schemas.microsoft.com/office/drawing/2014/main" id="{8B2FAD29-D786-9DB8-20A8-2E9ACF6B76E3}"/>
              </a:ext>
            </a:extLst>
          </p:cNvPr>
          <p:cNvSpPr>
            <a:spLocks noGrp="1"/>
          </p:cNvSpPr>
          <p:nvPr>
            <p:ph type="sldNum" sz="quarter" idx="10"/>
          </p:nvPr>
        </p:nvSpPr>
        <p:spPr/>
        <p:txBody>
          <a:bodyPr/>
          <a:lstStyle>
            <a:lvl1pPr>
              <a:defRPr/>
            </a:lvl1pPr>
          </a:lstStyle>
          <a:p>
            <a:fld id="{6B3DD7E3-4291-4C6A-B320-E1C3BF90BD37}" type="slidenum">
              <a:rPr lang="en-US" altLang="en-US"/>
              <a:pPr/>
              <a:t>‹#›</a:t>
            </a:fld>
            <a:endParaRPr lang="en-US" altLang="en-US"/>
          </a:p>
        </p:txBody>
      </p:sp>
    </p:spTree>
    <p:extLst>
      <p:ext uri="{BB962C8B-B14F-4D97-AF65-F5344CB8AC3E}">
        <p14:creationId xmlns:p14="http://schemas.microsoft.com/office/powerpoint/2010/main" val="108609367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E3FE4-60E2-875A-B70D-D940E125B149}"/>
              </a:ext>
            </a:extLst>
          </p:cNvPr>
          <p:cNvSpPr>
            <a:spLocks noGrp="1"/>
          </p:cNvSpPr>
          <p:nvPr>
            <p:ph type="title"/>
          </p:nvPr>
        </p:nvSpPr>
        <p:spPr>
          <a:xfrm>
            <a:off x="831021" y="1709739"/>
            <a:ext cx="10515661"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5B9B0EA-7534-9B77-57E5-1C9B3FB9D740}"/>
              </a:ext>
            </a:extLst>
          </p:cNvPr>
          <p:cNvSpPr>
            <a:spLocks noGrp="1"/>
          </p:cNvSpPr>
          <p:nvPr>
            <p:ph type="body" idx="1"/>
          </p:nvPr>
        </p:nvSpPr>
        <p:spPr>
          <a:xfrm>
            <a:off x="831021" y="4589464"/>
            <a:ext cx="10515661"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Slide Number Placeholder 3">
            <a:extLst>
              <a:ext uri="{FF2B5EF4-FFF2-40B4-BE49-F238E27FC236}">
                <a16:creationId xmlns:a16="http://schemas.microsoft.com/office/drawing/2014/main" id="{57C14017-09B3-5318-0756-F3909B49EDF7}"/>
              </a:ext>
            </a:extLst>
          </p:cNvPr>
          <p:cNvSpPr>
            <a:spLocks noGrp="1"/>
          </p:cNvSpPr>
          <p:nvPr>
            <p:ph type="sldNum" sz="quarter" idx="10"/>
          </p:nvPr>
        </p:nvSpPr>
        <p:spPr/>
        <p:txBody>
          <a:bodyPr/>
          <a:lstStyle>
            <a:lvl1pPr>
              <a:defRPr/>
            </a:lvl1pPr>
          </a:lstStyle>
          <a:p>
            <a:fld id="{4E90C5EE-DD10-45B2-A1C7-CDF02BD686C4}" type="slidenum">
              <a:rPr lang="en-US" altLang="en-US"/>
              <a:pPr/>
              <a:t>‹#›</a:t>
            </a:fld>
            <a:endParaRPr lang="en-US" altLang="en-US"/>
          </a:p>
        </p:txBody>
      </p:sp>
    </p:spTree>
    <p:extLst>
      <p:ext uri="{BB962C8B-B14F-4D97-AF65-F5344CB8AC3E}">
        <p14:creationId xmlns:p14="http://schemas.microsoft.com/office/powerpoint/2010/main" val="40658767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C4DF5-5964-DDA8-3690-2CEC4C76FF1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A149287-AE19-32F6-A877-99AC4513FB71}"/>
              </a:ext>
            </a:extLst>
          </p:cNvPr>
          <p:cNvSpPr>
            <a:spLocks noGrp="1"/>
          </p:cNvSpPr>
          <p:nvPr>
            <p:ph sz="half" idx="1"/>
          </p:nvPr>
        </p:nvSpPr>
        <p:spPr>
          <a:xfrm>
            <a:off x="608568" y="1600201"/>
            <a:ext cx="5415137"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6C9D989-EE47-5DDA-7873-BBAD9E86F3A9}"/>
              </a:ext>
            </a:extLst>
          </p:cNvPr>
          <p:cNvSpPr>
            <a:spLocks noGrp="1"/>
          </p:cNvSpPr>
          <p:nvPr>
            <p:ph sz="half" idx="2"/>
          </p:nvPr>
        </p:nvSpPr>
        <p:spPr>
          <a:xfrm>
            <a:off x="6176243" y="1600201"/>
            <a:ext cx="5415137"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Slide Number Placeholder 4">
            <a:extLst>
              <a:ext uri="{FF2B5EF4-FFF2-40B4-BE49-F238E27FC236}">
                <a16:creationId xmlns:a16="http://schemas.microsoft.com/office/drawing/2014/main" id="{8D8A9978-E8E9-2E35-22B4-D5042270FB10}"/>
              </a:ext>
            </a:extLst>
          </p:cNvPr>
          <p:cNvSpPr>
            <a:spLocks noGrp="1"/>
          </p:cNvSpPr>
          <p:nvPr>
            <p:ph type="sldNum" sz="quarter" idx="10"/>
          </p:nvPr>
        </p:nvSpPr>
        <p:spPr/>
        <p:txBody>
          <a:bodyPr/>
          <a:lstStyle>
            <a:lvl1pPr>
              <a:defRPr/>
            </a:lvl1pPr>
          </a:lstStyle>
          <a:p>
            <a:fld id="{4105AF2E-A272-44A1-A786-C10490BEAB28}" type="slidenum">
              <a:rPr lang="en-US" altLang="en-US"/>
              <a:pPr/>
              <a:t>‹#›</a:t>
            </a:fld>
            <a:endParaRPr lang="en-US" altLang="en-US"/>
          </a:p>
        </p:txBody>
      </p:sp>
    </p:spTree>
    <p:extLst>
      <p:ext uri="{BB962C8B-B14F-4D97-AF65-F5344CB8AC3E}">
        <p14:creationId xmlns:p14="http://schemas.microsoft.com/office/powerpoint/2010/main" val="57047977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EC017-3837-4F91-C152-E6A6D15E9FE8}"/>
              </a:ext>
            </a:extLst>
          </p:cNvPr>
          <p:cNvSpPr>
            <a:spLocks noGrp="1"/>
          </p:cNvSpPr>
          <p:nvPr>
            <p:ph type="title"/>
          </p:nvPr>
        </p:nvSpPr>
        <p:spPr>
          <a:xfrm>
            <a:off x="838965" y="365126"/>
            <a:ext cx="10515661"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E47FE96-5108-762C-6650-B21D05486D43}"/>
              </a:ext>
            </a:extLst>
          </p:cNvPr>
          <p:cNvSpPr>
            <a:spLocks noGrp="1"/>
          </p:cNvSpPr>
          <p:nvPr>
            <p:ph type="body" idx="1"/>
          </p:nvPr>
        </p:nvSpPr>
        <p:spPr>
          <a:xfrm>
            <a:off x="838965" y="1681163"/>
            <a:ext cx="515772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64DB6E-46F9-3801-2DB6-04E27BE67347}"/>
              </a:ext>
            </a:extLst>
          </p:cNvPr>
          <p:cNvSpPr>
            <a:spLocks noGrp="1"/>
          </p:cNvSpPr>
          <p:nvPr>
            <p:ph sz="half" idx="2"/>
          </p:nvPr>
        </p:nvSpPr>
        <p:spPr>
          <a:xfrm>
            <a:off x="838965" y="2505075"/>
            <a:ext cx="515772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AE7E81A-5C56-B20A-2347-6F98CE689C5C}"/>
              </a:ext>
            </a:extLst>
          </p:cNvPr>
          <p:cNvSpPr>
            <a:spLocks noGrp="1"/>
          </p:cNvSpPr>
          <p:nvPr>
            <p:ph type="body" sz="quarter" idx="3"/>
          </p:nvPr>
        </p:nvSpPr>
        <p:spPr>
          <a:xfrm>
            <a:off x="6171477" y="1681163"/>
            <a:ext cx="51831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2E23449-8492-3242-4CAC-E5C7886C122B}"/>
              </a:ext>
            </a:extLst>
          </p:cNvPr>
          <p:cNvSpPr>
            <a:spLocks noGrp="1"/>
          </p:cNvSpPr>
          <p:nvPr>
            <p:ph sz="quarter" idx="4"/>
          </p:nvPr>
        </p:nvSpPr>
        <p:spPr>
          <a:xfrm>
            <a:off x="6171477" y="2505075"/>
            <a:ext cx="518315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Slide Number Placeholder 6">
            <a:extLst>
              <a:ext uri="{FF2B5EF4-FFF2-40B4-BE49-F238E27FC236}">
                <a16:creationId xmlns:a16="http://schemas.microsoft.com/office/drawing/2014/main" id="{3C3E1820-A289-E3D9-E201-62FAC7A6864D}"/>
              </a:ext>
            </a:extLst>
          </p:cNvPr>
          <p:cNvSpPr>
            <a:spLocks noGrp="1"/>
          </p:cNvSpPr>
          <p:nvPr>
            <p:ph type="sldNum" sz="quarter" idx="10"/>
          </p:nvPr>
        </p:nvSpPr>
        <p:spPr/>
        <p:txBody>
          <a:bodyPr/>
          <a:lstStyle>
            <a:lvl1pPr>
              <a:defRPr/>
            </a:lvl1pPr>
          </a:lstStyle>
          <a:p>
            <a:fld id="{DDC966AC-25AF-4D58-83DB-10340453E474}" type="slidenum">
              <a:rPr lang="en-US" altLang="en-US"/>
              <a:pPr/>
              <a:t>‹#›</a:t>
            </a:fld>
            <a:endParaRPr lang="en-US" altLang="en-US"/>
          </a:p>
        </p:txBody>
      </p:sp>
    </p:spTree>
    <p:extLst>
      <p:ext uri="{BB962C8B-B14F-4D97-AF65-F5344CB8AC3E}">
        <p14:creationId xmlns:p14="http://schemas.microsoft.com/office/powerpoint/2010/main" val="334540261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8401D-82D0-2F05-8E58-A6BD9336F1E6}"/>
              </a:ext>
            </a:extLst>
          </p:cNvPr>
          <p:cNvSpPr>
            <a:spLocks noGrp="1"/>
          </p:cNvSpPr>
          <p:nvPr>
            <p:ph type="title"/>
          </p:nvPr>
        </p:nvSpPr>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7BE25D65-68FF-C3F3-6D44-F7FA8408C84B}"/>
              </a:ext>
            </a:extLst>
          </p:cNvPr>
          <p:cNvSpPr>
            <a:spLocks noGrp="1"/>
          </p:cNvSpPr>
          <p:nvPr>
            <p:ph type="sldNum" sz="quarter" idx="10"/>
          </p:nvPr>
        </p:nvSpPr>
        <p:spPr/>
        <p:txBody>
          <a:bodyPr/>
          <a:lstStyle>
            <a:lvl1pPr>
              <a:defRPr/>
            </a:lvl1pPr>
          </a:lstStyle>
          <a:p>
            <a:fld id="{D26E9735-3074-4762-A0B9-361FC48EAEAC}" type="slidenum">
              <a:rPr lang="en-US" altLang="en-US"/>
              <a:pPr/>
              <a:t>‹#›</a:t>
            </a:fld>
            <a:endParaRPr lang="en-US" altLang="en-US"/>
          </a:p>
        </p:txBody>
      </p:sp>
    </p:spTree>
    <p:extLst>
      <p:ext uri="{BB962C8B-B14F-4D97-AF65-F5344CB8AC3E}">
        <p14:creationId xmlns:p14="http://schemas.microsoft.com/office/powerpoint/2010/main" val="314799957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A79BA8-143D-C8A1-D5A1-11AF336826AE}"/>
              </a:ext>
            </a:extLst>
          </p:cNvPr>
          <p:cNvSpPr>
            <a:spLocks noGrp="1"/>
          </p:cNvSpPr>
          <p:nvPr>
            <p:ph type="sldNum" sz="quarter" idx="10"/>
          </p:nvPr>
        </p:nvSpPr>
        <p:spPr/>
        <p:txBody>
          <a:bodyPr/>
          <a:lstStyle>
            <a:lvl1pPr>
              <a:defRPr/>
            </a:lvl1pPr>
          </a:lstStyle>
          <a:p>
            <a:fld id="{1400DB62-22F6-40AA-8374-7F80AEA2456A}" type="slidenum">
              <a:rPr lang="en-US" altLang="en-US"/>
              <a:pPr/>
              <a:t>‹#›</a:t>
            </a:fld>
            <a:endParaRPr lang="en-US" altLang="en-US"/>
          </a:p>
        </p:txBody>
      </p:sp>
    </p:spTree>
    <p:extLst>
      <p:ext uri="{BB962C8B-B14F-4D97-AF65-F5344CB8AC3E}">
        <p14:creationId xmlns:p14="http://schemas.microsoft.com/office/powerpoint/2010/main" val="322005751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F11C0-20D5-D826-E877-A650C5585229}"/>
              </a:ext>
            </a:extLst>
          </p:cNvPr>
          <p:cNvSpPr>
            <a:spLocks noGrp="1"/>
          </p:cNvSpPr>
          <p:nvPr>
            <p:ph type="title"/>
          </p:nvPr>
        </p:nvSpPr>
        <p:spPr>
          <a:xfrm>
            <a:off x="838965" y="457200"/>
            <a:ext cx="3932648"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945A466-02C5-B237-CC0D-1814A24E88A0}"/>
              </a:ext>
            </a:extLst>
          </p:cNvPr>
          <p:cNvSpPr>
            <a:spLocks noGrp="1"/>
          </p:cNvSpPr>
          <p:nvPr>
            <p:ph idx="1"/>
          </p:nvPr>
        </p:nvSpPr>
        <p:spPr>
          <a:xfrm>
            <a:off x="5183150" y="987426"/>
            <a:ext cx="6171476"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825EB2F-EDAD-1945-BC8F-E490A4C0008D}"/>
              </a:ext>
            </a:extLst>
          </p:cNvPr>
          <p:cNvSpPr>
            <a:spLocks noGrp="1"/>
          </p:cNvSpPr>
          <p:nvPr>
            <p:ph type="body" sz="half" idx="2"/>
          </p:nvPr>
        </p:nvSpPr>
        <p:spPr>
          <a:xfrm>
            <a:off x="838965" y="2057400"/>
            <a:ext cx="393264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D9C57DFF-FB5D-318F-2494-C0020B571565}"/>
              </a:ext>
            </a:extLst>
          </p:cNvPr>
          <p:cNvSpPr>
            <a:spLocks noGrp="1"/>
          </p:cNvSpPr>
          <p:nvPr>
            <p:ph type="sldNum" sz="quarter" idx="10"/>
          </p:nvPr>
        </p:nvSpPr>
        <p:spPr/>
        <p:txBody>
          <a:bodyPr/>
          <a:lstStyle>
            <a:lvl1pPr>
              <a:defRPr/>
            </a:lvl1pPr>
          </a:lstStyle>
          <a:p>
            <a:fld id="{4F749091-107C-4596-B21A-6972522FFCEF}" type="slidenum">
              <a:rPr lang="en-US" altLang="en-US"/>
              <a:pPr/>
              <a:t>‹#›</a:t>
            </a:fld>
            <a:endParaRPr lang="en-US" altLang="en-US"/>
          </a:p>
        </p:txBody>
      </p:sp>
    </p:spTree>
    <p:extLst>
      <p:ext uri="{BB962C8B-B14F-4D97-AF65-F5344CB8AC3E}">
        <p14:creationId xmlns:p14="http://schemas.microsoft.com/office/powerpoint/2010/main" val="310724596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C65F6-B9F7-2E3F-FC3D-1AF7156472AB}"/>
              </a:ext>
            </a:extLst>
          </p:cNvPr>
          <p:cNvSpPr>
            <a:spLocks noGrp="1"/>
          </p:cNvSpPr>
          <p:nvPr>
            <p:ph type="title"/>
          </p:nvPr>
        </p:nvSpPr>
        <p:spPr>
          <a:xfrm>
            <a:off x="838965" y="457200"/>
            <a:ext cx="3932648"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299EE14-5FBA-6443-1075-9F34D6F9A337}"/>
              </a:ext>
            </a:extLst>
          </p:cNvPr>
          <p:cNvSpPr>
            <a:spLocks noGrp="1"/>
          </p:cNvSpPr>
          <p:nvPr>
            <p:ph type="pic" idx="1"/>
          </p:nvPr>
        </p:nvSpPr>
        <p:spPr>
          <a:xfrm>
            <a:off x="5183150" y="987426"/>
            <a:ext cx="6171476"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0534A68-A068-F5D3-B50F-7E12AE8560CF}"/>
              </a:ext>
            </a:extLst>
          </p:cNvPr>
          <p:cNvSpPr>
            <a:spLocks noGrp="1"/>
          </p:cNvSpPr>
          <p:nvPr>
            <p:ph type="body" sz="half" idx="2"/>
          </p:nvPr>
        </p:nvSpPr>
        <p:spPr>
          <a:xfrm>
            <a:off x="838965" y="2057400"/>
            <a:ext cx="393264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C610B36E-D039-AE33-BF9A-44F93EE3C707}"/>
              </a:ext>
            </a:extLst>
          </p:cNvPr>
          <p:cNvSpPr>
            <a:spLocks noGrp="1"/>
          </p:cNvSpPr>
          <p:nvPr>
            <p:ph type="sldNum" sz="quarter" idx="10"/>
          </p:nvPr>
        </p:nvSpPr>
        <p:spPr/>
        <p:txBody>
          <a:bodyPr/>
          <a:lstStyle>
            <a:lvl1pPr>
              <a:defRPr/>
            </a:lvl1pPr>
          </a:lstStyle>
          <a:p>
            <a:fld id="{9C80F579-232A-4450-9C96-033C9B38BE6A}" type="slidenum">
              <a:rPr lang="en-US" altLang="en-US"/>
              <a:pPr/>
              <a:t>‹#›</a:t>
            </a:fld>
            <a:endParaRPr lang="en-US" altLang="en-US"/>
          </a:p>
        </p:txBody>
      </p:sp>
    </p:spTree>
    <p:extLst>
      <p:ext uri="{BB962C8B-B14F-4D97-AF65-F5344CB8AC3E}">
        <p14:creationId xmlns:p14="http://schemas.microsoft.com/office/powerpoint/2010/main" val="219078454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E2034-D8E1-24F3-C72C-ED2374C6795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61FA79-FA59-4E8E-0B2C-91FED258C4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Slide Number Placeholder 3">
            <a:extLst>
              <a:ext uri="{FF2B5EF4-FFF2-40B4-BE49-F238E27FC236}">
                <a16:creationId xmlns:a16="http://schemas.microsoft.com/office/drawing/2014/main" id="{61026EBD-6E12-918C-792C-E483B0DC3752}"/>
              </a:ext>
            </a:extLst>
          </p:cNvPr>
          <p:cNvSpPr>
            <a:spLocks noGrp="1"/>
          </p:cNvSpPr>
          <p:nvPr>
            <p:ph type="sldNum" sz="quarter" idx="10"/>
          </p:nvPr>
        </p:nvSpPr>
        <p:spPr/>
        <p:txBody>
          <a:bodyPr/>
          <a:lstStyle>
            <a:lvl1pPr>
              <a:defRPr/>
            </a:lvl1pPr>
          </a:lstStyle>
          <a:p>
            <a:fld id="{66399E05-61D8-4635-AAB5-3C9836B189E6}" type="slidenum">
              <a:rPr lang="en-US" altLang="en-US"/>
              <a:pPr/>
              <a:t>‹#›</a:t>
            </a:fld>
            <a:endParaRPr lang="en-US" altLang="en-US"/>
          </a:p>
        </p:txBody>
      </p:sp>
    </p:spTree>
    <p:extLst>
      <p:ext uri="{BB962C8B-B14F-4D97-AF65-F5344CB8AC3E}">
        <p14:creationId xmlns:p14="http://schemas.microsoft.com/office/powerpoint/2010/main" val="18971308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7ADA04-B4C3-ACC1-6D3E-230D5AB09472}"/>
              </a:ext>
            </a:extLst>
          </p:cNvPr>
          <p:cNvSpPr>
            <a:spLocks noGrp="1"/>
          </p:cNvSpPr>
          <p:nvPr>
            <p:ph type="title" orient="vert"/>
          </p:nvPr>
        </p:nvSpPr>
        <p:spPr>
          <a:xfrm>
            <a:off x="8845677" y="274639"/>
            <a:ext cx="2745703" cy="5851525"/>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5B7C5B-5F37-38EA-95F2-EABE3C75A97E}"/>
              </a:ext>
            </a:extLst>
          </p:cNvPr>
          <p:cNvSpPr>
            <a:spLocks noGrp="1"/>
          </p:cNvSpPr>
          <p:nvPr>
            <p:ph type="body" orient="vert" idx="1"/>
          </p:nvPr>
        </p:nvSpPr>
        <p:spPr>
          <a:xfrm>
            <a:off x="608568" y="274639"/>
            <a:ext cx="808457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Slide Number Placeholder 3">
            <a:extLst>
              <a:ext uri="{FF2B5EF4-FFF2-40B4-BE49-F238E27FC236}">
                <a16:creationId xmlns:a16="http://schemas.microsoft.com/office/drawing/2014/main" id="{62AE4932-1AB7-882E-C19A-55E7A204AE8E}"/>
              </a:ext>
            </a:extLst>
          </p:cNvPr>
          <p:cNvSpPr>
            <a:spLocks noGrp="1"/>
          </p:cNvSpPr>
          <p:nvPr>
            <p:ph type="sldNum" sz="quarter" idx="10"/>
          </p:nvPr>
        </p:nvSpPr>
        <p:spPr/>
        <p:txBody>
          <a:bodyPr/>
          <a:lstStyle>
            <a:lvl1pPr>
              <a:defRPr/>
            </a:lvl1pPr>
          </a:lstStyle>
          <a:p>
            <a:fld id="{D396BBE4-46E6-435D-B58A-059F7E48D7B0}" type="slidenum">
              <a:rPr lang="en-US" altLang="en-US"/>
              <a:pPr/>
              <a:t>‹#›</a:t>
            </a:fld>
            <a:endParaRPr lang="en-US" altLang="en-US"/>
          </a:p>
        </p:txBody>
      </p:sp>
    </p:spTree>
    <p:extLst>
      <p:ext uri="{BB962C8B-B14F-4D97-AF65-F5344CB8AC3E}">
        <p14:creationId xmlns:p14="http://schemas.microsoft.com/office/powerpoint/2010/main" val="62990543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281" y="2130426"/>
            <a:ext cx="10361851"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828562" y="3886200"/>
            <a:ext cx="8533289"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5" name="Footer Placeholder 4"/>
          <p:cNvSpPr>
            <a:spLocks noGrp="1"/>
          </p:cNvSpPr>
          <p:nvPr>
            <p:ph type="ftr" sz="quarter" idx="11"/>
          </p:nvPr>
        </p:nvSpPr>
        <p:spPr>
          <a:xfrm>
            <a:off x="4165058" y="6356351"/>
            <a:ext cx="3860297"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362989482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521" y="274638"/>
            <a:ext cx="10971372" cy="1143000"/>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609521" y="1600201"/>
            <a:ext cx="10971372"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5" name="Footer Placeholder 4"/>
          <p:cNvSpPr>
            <a:spLocks noGrp="1"/>
          </p:cNvSpPr>
          <p:nvPr>
            <p:ph type="ftr" sz="quarter" idx="11"/>
          </p:nvPr>
        </p:nvSpPr>
        <p:spPr>
          <a:xfrm>
            <a:off x="4165058" y="6356351"/>
            <a:ext cx="3860297"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41775787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959" y="4406901"/>
            <a:ext cx="10361851"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2959" y="2906713"/>
            <a:ext cx="10361851"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5" name="Footer Placeholder 4"/>
          <p:cNvSpPr>
            <a:spLocks noGrp="1"/>
          </p:cNvSpPr>
          <p:nvPr>
            <p:ph type="ftr" sz="quarter" idx="11"/>
          </p:nvPr>
        </p:nvSpPr>
        <p:spPr>
          <a:xfrm>
            <a:off x="4165058" y="6356351"/>
            <a:ext cx="3860297"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371733074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521" y="274638"/>
            <a:ext cx="10971372"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609521" y="1600201"/>
            <a:ext cx="5384099"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6793" y="1600201"/>
            <a:ext cx="5384099"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6" name="Footer Placeholder 5"/>
          <p:cNvSpPr>
            <a:spLocks noGrp="1"/>
          </p:cNvSpPr>
          <p:nvPr>
            <p:ph type="ftr" sz="quarter" idx="11"/>
          </p:nvPr>
        </p:nvSpPr>
        <p:spPr>
          <a:xfrm>
            <a:off x="4165058" y="6356351"/>
            <a:ext cx="3860297"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161630230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21" y="274638"/>
            <a:ext cx="10971372"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09521" y="1535113"/>
            <a:ext cx="5386216"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21" y="2174875"/>
            <a:ext cx="5386216"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92561" y="1535113"/>
            <a:ext cx="5388332"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2561" y="2174875"/>
            <a:ext cx="5388332"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8" name="Footer Placeholder 7"/>
          <p:cNvSpPr>
            <a:spLocks noGrp="1"/>
          </p:cNvSpPr>
          <p:nvPr>
            <p:ph type="ftr" sz="quarter" idx="11"/>
          </p:nvPr>
        </p:nvSpPr>
        <p:spPr>
          <a:xfrm>
            <a:off x="4165058" y="6356351"/>
            <a:ext cx="3860297" cy="365125"/>
          </a:xfrm>
          <a:prstGeom prst="rect">
            <a:avLst/>
          </a:prstGeom>
        </p:spPr>
        <p:txBody>
          <a:bodyPr/>
          <a:lstStyle/>
          <a:p>
            <a:endParaRPr lang="en-IN"/>
          </a:p>
        </p:txBody>
      </p:sp>
      <p:sp>
        <p:nvSpPr>
          <p:cNvPr id="9" name="Slide Number Placeholder 8"/>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8306295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21" y="274638"/>
            <a:ext cx="10971372"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4" name="Footer Placeholder 3"/>
          <p:cNvSpPr>
            <a:spLocks noGrp="1"/>
          </p:cNvSpPr>
          <p:nvPr>
            <p:ph type="ftr" sz="quarter" idx="11"/>
          </p:nvPr>
        </p:nvSpPr>
        <p:spPr>
          <a:xfrm>
            <a:off x="4165058" y="6356351"/>
            <a:ext cx="3860297" cy="365125"/>
          </a:xfrm>
          <a:prstGeom prst="rect">
            <a:avLst/>
          </a:prstGeom>
        </p:spPr>
        <p:txBody>
          <a:bodyPr/>
          <a:lstStyle/>
          <a:p>
            <a:endParaRPr lang="en-IN"/>
          </a:p>
        </p:txBody>
      </p:sp>
      <p:sp>
        <p:nvSpPr>
          <p:cNvPr id="5" name="Slide Number Placeholder 4"/>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166080526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3" name="Footer Placeholder 2"/>
          <p:cNvSpPr>
            <a:spLocks noGrp="1"/>
          </p:cNvSpPr>
          <p:nvPr>
            <p:ph type="ftr" sz="quarter" idx="11"/>
          </p:nvPr>
        </p:nvSpPr>
        <p:spPr>
          <a:xfrm>
            <a:off x="4165058" y="6356351"/>
            <a:ext cx="3860297" cy="365125"/>
          </a:xfrm>
          <a:prstGeom prst="rect">
            <a:avLst/>
          </a:prstGeom>
        </p:spPr>
        <p:txBody>
          <a:bodyPr/>
          <a:lstStyle/>
          <a:p>
            <a:endParaRPr lang="en-IN"/>
          </a:p>
        </p:txBody>
      </p:sp>
      <p:sp>
        <p:nvSpPr>
          <p:cNvPr id="4" name="Slide Number Placeholder 3"/>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217286891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21" y="273050"/>
            <a:ext cx="4010562"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4766113" y="273051"/>
            <a:ext cx="6814779"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09521" y="1435101"/>
            <a:ext cx="4010562"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6" name="Footer Placeholder 5"/>
          <p:cNvSpPr>
            <a:spLocks noGrp="1"/>
          </p:cNvSpPr>
          <p:nvPr>
            <p:ph type="ftr" sz="quarter" idx="11"/>
          </p:nvPr>
        </p:nvSpPr>
        <p:spPr>
          <a:xfrm>
            <a:off x="4165058" y="6356351"/>
            <a:ext cx="3860297"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44304423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406" y="4800600"/>
            <a:ext cx="7314248"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2389406" y="612775"/>
            <a:ext cx="7314248"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389406" y="5367338"/>
            <a:ext cx="7314248"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6" name="Footer Placeholder 5"/>
          <p:cNvSpPr>
            <a:spLocks noGrp="1"/>
          </p:cNvSpPr>
          <p:nvPr>
            <p:ph type="ftr" sz="quarter" idx="11"/>
          </p:nvPr>
        </p:nvSpPr>
        <p:spPr>
          <a:xfrm>
            <a:off x="4165058" y="6356351"/>
            <a:ext cx="3860297"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259423556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521" y="274638"/>
            <a:ext cx="10971372"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609521" y="1600201"/>
            <a:ext cx="10971372"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5" name="Footer Placeholder 4"/>
          <p:cNvSpPr>
            <a:spLocks noGrp="1"/>
          </p:cNvSpPr>
          <p:nvPr>
            <p:ph type="ftr" sz="quarter" idx="11"/>
          </p:nvPr>
        </p:nvSpPr>
        <p:spPr>
          <a:xfrm>
            <a:off x="4165058" y="6356351"/>
            <a:ext cx="3860297"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238705941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8049" y="274639"/>
            <a:ext cx="2742843"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521" y="274639"/>
            <a:ext cx="8025355"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609520" y="6356351"/>
            <a:ext cx="2844430" cy="365125"/>
          </a:xfrm>
          <a:prstGeom prst="rect">
            <a:avLst/>
          </a:prstGeom>
        </p:spPr>
        <p:txBody>
          <a:bodyPr/>
          <a:lstStyle/>
          <a:p>
            <a:fld id="{FF7AB6A5-B604-4AB7-A296-81DC448929EB}" type="datetimeFigureOut">
              <a:rPr lang="en-IN" smtClean="0"/>
              <a:t>15-02-2026</a:t>
            </a:fld>
            <a:endParaRPr lang="en-IN"/>
          </a:p>
        </p:txBody>
      </p:sp>
      <p:sp>
        <p:nvSpPr>
          <p:cNvPr id="5" name="Footer Placeholder 4"/>
          <p:cNvSpPr>
            <a:spLocks noGrp="1"/>
          </p:cNvSpPr>
          <p:nvPr>
            <p:ph type="ftr" sz="quarter" idx="11"/>
          </p:nvPr>
        </p:nvSpPr>
        <p:spPr>
          <a:xfrm>
            <a:off x="4165058" y="6356351"/>
            <a:ext cx="3860297"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736463" y="6356351"/>
            <a:ext cx="2844430" cy="365125"/>
          </a:xfrm>
          <a:prstGeom prst="rect">
            <a:avLst/>
          </a:prstGeom>
        </p:spPr>
        <p:txBody>
          <a:bodyPr/>
          <a:lstStyle/>
          <a:p>
            <a:fld id="{8B4A6782-0964-4784-8C48-32993D0BAE3D}" type="slidenum">
              <a:rPr lang="en-IN" smtClean="0"/>
              <a:t>‹#›</a:t>
            </a:fld>
            <a:endParaRPr lang="en-IN"/>
          </a:p>
        </p:txBody>
      </p:sp>
    </p:spTree>
    <p:extLst>
      <p:ext uri="{BB962C8B-B14F-4D97-AF65-F5344CB8AC3E}">
        <p14:creationId xmlns:p14="http://schemas.microsoft.com/office/powerpoint/2010/main" val="747402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2.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2.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image" Target="../media/image1.pn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9BE6188A-4BF2-29A1-C91F-F4B069C17714}"/>
              </a:ext>
            </a:extLst>
          </p:cNvPr>
          <p:cNvPicPr>
            <a:picLocks noChangeAspect="1"/>
          </p:cNvPicPr>
          <p:nvPr userDrawn="1"/>
        </p:nvPicPr>
        <p:blipFill rotWithShape="1">
          <a:blip r:embed="rId13" cstate="print">
            <a:duotone>
              <a:schemeClr val="accent1">
                <a:shade val="45000"/>
                <a:satMod val="135000"/>
              </a:schemeClr>
              <a:prstClr val="white"/>
            </a:duotone>
            <a:extLst>
              <a:ext uri="{28A0092B-C50C-407E-A947-70E740481C1C}">
                <a14:useLocalDpi xmlns:a14="http://schemas.microsoft.com/office/drawing/2010/main" val="0"/>
              </a:ext>
            </a:extLst>
          </a:blip>
          <a:srcRect r="34563" b="26571"/>
          <a:stretch/>
        </p:blipFill>
        <p:spPr>
          <a:xfrm>
            <a:off x="11079762" y="6331147"/>
            <a:ext cx="1111869" cy="531377"/>
          </a:xfrm>
          <a:prstGeom prst="rect">
            <a:avLst/>
          </a:prstGeom>
        </p:spPr>
      </p:pic>
      <p:sp>
        <p:nvSpPr>
          <p:cNvPr id="21" name="Rectangle 20">
            <a:extLst>
              <a:ext uri="{FF2B5EF4-FFF2-40B4-BE49-F238E27FC236}">
                <a16:creationId xmlns:a16="http://schemas.microsoft.com/office/drawing/2014/main" id="{E7F97D76-0C0D-FB3B-D630-19387A60002E}"/>
              </a:ext>
            </a:extLst>
          </p:cNvPr>
          <p:cNvSpPr/>
          <p:nvPr userDrawn="1"/>
        </p:nvSpPr>
        <p:spPr>
          <a:xfrm>
            <a:off x="10582" y="6512357"/>
            <a:ext cx="11343218" cy="3491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75000"/>
                </a:schemeClr>
              </a:solidFill>
            </a:endParaRPr>
          </a:p>
        </p:txBody>
      </p:sp>
      <p:sp>
        <p:nvSpPr>
          <p:cNvPr id="22" name="Rectangle 21">
            <a:extLst>
              <a:ext uri="{FF2B5EF4-FFF2-40B4-BE49-F238E27FC236}">
                <a16:creationId xmlns:a16="http://schemas.microsoft.com/office/drawing/2014/main" id="{50EEE0E2-6AE5-BF83-8BFA-A71B274D8F66}"/>
              </a:ext>
            </a:extLst>
          </p:cNvPr>
          <p:cNvSpPr/>
          <p:nvPr userDrawn="1"/>
        </p:nvSpPr>
        <p:spPr>
          <a:xfrm>
            <a:off x="0" y="9397"/>
            <a:ext cx="12192000" cy="395267"/>
          </a:xfrm>
          <a:prstGeom prst="rect">
            <a:avLst/>
          </a:prstGeom>
          <a:solidFill>
            <a:srgbClr val="D0E5FC"/>
          </a:solidFill>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solidFill>
                  <a:schemeClr val="accent1">
                    <a:lumMod val="75000"/>
                  </a:schemeClr>
                </a:solidFill>
              </a:rPr>
              <a:t> </a:t>
            </a:r>
          </a:p>
        </p:txBody>
      </p:sp>
      <p:sp>
        <p:nvSpPr>
          <p:cNvPr id="24" name="Rectangle 23">
            <a:extLst>
              <a:ext uri="{FF2B5EF4-FFF2-40B4-BE49-F238E27FC236}">
                <a16:creationId xmlns:a16="http://schemas.microsoft.com/office/drawing/2014/main" id="{0DB9ED7B-79F3-301F-362F-472862B0F422}"/>
              </a:ext>
            </a:extLst>
          </p:cNvPr>
          <p:cNvSpPr/>
          <p:nvPr userDrawn="1"/>
        </p:nvSpPr>
        <p:spPr>
          <a:xfrm flipV="1">
            <a:off x="-14639" y="6483833"/>
            <a:ext cx="11353080" cy="45719"/>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Triangle 25">
            <a:extLst>
              <a:ext uri="{FF2B5EF4-FFF2-40B4-BE49-F238E27FC236}">
                <a16:creationId xmlns:a16="http://schemas.microsoft.com/office/drawing/2014/main" id="{0D891651-919A-21FD-3CB2-F6E0D668EAF6}"/>
              </a:ext>
            </a:extLst>
          </p:cNvPr>
          <p:cNvSpPr/>
          <p:nvPr userDrawn="1"/>
        </p:nvSpPr>
        <p:spPr>
          <a:xfrm>
            <a:off x="11346813" y="6510487"/>
            <a:ext cx="455613" cy="352038"/>
          </a:xfrm>
          <a:prstGeom prst="rtTriangle">
            <a:avLst/>
          </a:prstGeom>
          <a:solidFill>
            <a:srgbClr val="1F497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28" name="Straight Connector 27">
            <a:extLst>
              <a:ext uri="{FF2B5EF4-FFF2-40B4-BE49-F238E27FC236}">
                <a16:creationId xmlns:a16="http://schemas.microsoft.com/office/drawing/2014/main" id="{9CE9C596-AD6C-FD3C-4DCE-E0296AD5D21E}"/>
              </a:ext>
            </a:extLst>
          </p:cNvPr>
          <p:cNvCxnSpPr>
            <a:cxnSpLocks/>
          </p:cNvCxnSpPr>
          <p:nvPr userDrawn="1"/>
        </p:nvCxnSpPr>
        <p:spPr>
          <a:xfrm>
            <a:off x="11323638" y="6503584"/>
            <a:ext cx="478788" cy="381800"/>
          </a:xfrm>
          <a:prstGeom prst="line">
            <a:avLst/>
          </a:prstGeom>
          <a:ln w="50800">
            <a:solidFill>
              <a:srgbClr val="C6D9F1"/>
            </a:solidFill>
          </a:ln>
        </p:spPr>
        <p:style>
          <a:lnRef idx="1">
            <a:schemeClr val="accent1"/>
          </a:lnRef>
          <a:fillRef idx="0">
            <a:schemeClr val="accent1"/>
          </a:fillRef>
          <a:effectRef idx="0">
            <a:schemeClr val="accent1"/>
          </a:effectRef>
          <a:fontRef idx="minor">
            <a:schemeClr val="tx1"/>
          </a:fontRef>
        </p:style>
      </p:cxnSp>
      <p:sp>
        <p:nvSpPr>
          <p:cNvPr id="29" name="Date Placeholder 3">
            <a:extLst>
              <a:ext uri="{FF2B5EF4-FFF2-40B4-BE49-F238E27FC236}">
                <a16:creationId xmlns:a16="http://schemas.microsoft.com/office/drawing/2014/main" id="{4DF3350F-E1FC-58BD-49C0-893F9DF35CBD}"/>
              </a:ext>
            </a:extLst>
          </p:cNvPr>
          <p:cNvSpPr txBox="1">
            <a:spLocks/>
          </p:cNvSpPr>
          <p:nvPr userDrawn="1"/>
        </p:nvSpPr>
        <p:spPr>
          <a:xfrm>
            <a:off x="478582" y="6559909"/>
            <a:ext cx="2262046" cy="298091"/>
          </a:xfrm>
          <a:prstGeom prst="rect">
            <a:avLst/>
          </a:prstGeom>
        </p:spPr>
        <p:txBody>
          <a:bodyPr/>
          <a:lstStyle>
            <a:defPPr>
              <a:defRPr lang="en-US"/>
            </a:defPPr>
            <a:lvl1pPr marL="0" algn="l" defTabSz="914400" rtl="0" eaLnBrk="1" latinLnBrk="0" hangingPunct="1">
              <a:defRPr sz="18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solidFill>
                  <a:schemeClr val="bg1"/>
                </a:solidFill>
              </a:rPr>
              <a:t>Team ID: 15</a:t>
            </a:r>
            <a:endParaRPr lang="en-IN" sz="1400" dirty="0">
              <a:solidFill>
                <a:schemeClr val="bg1"/>
              </a:solidFill>
            </a:endParaRPr>
          </a:p>
        </p:txBody>
      </p:sp>
      <p:sp>
        <p:nvSpPr>
          <p:cNvPr id="30" name="Footer Placeholder 4">
            <a:extLst>
              <a:ext uri="{FF2B5EF4-FFF2-40B4-BE49-F238E27FC236}">
                <a16:creationId xmlns:a16="http://schemas.microsoft.com/office/drawing/2014/main" id="{EBF9EA06-4719-838F-2B22-B8E0E58607B3}"/>
              </a:ext>
            </a:extLst>
          </p:cNvPr>
          <p:cNvSpPr txBox="1">
            <a:spLocks/>
          </p:cNvSpPr>
          <p:nvPr userDrawn="1"/>
        </p:nvSpPr>
        <p:spPr>
          <a:xfrm>
            <a:off x="3616036" y="6559909"/>
            <a:ext cx="4738255" cy="298091"/>
          </a:xfrm>
          <a:prstGeom prst="rect">
            <a:avLst/>
          </a:prstGeom>
        </p:spPr>
        <p:txBody>
          <a:bodyPr/>
          <a:lstStyle>
            <a:defPPr>
              <a:defRPr lang="en-US"/>
            </a:defPPr>
            <a:lvl1pPr marL="0" algn="l" defTabSz="914400" rtl="0" eaLnBrk="1" latinLnBrk="0" hangingPunct="1">
              <a:defRPr sz="18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400" dirty="0" err="1">
                <a:solidFill>
                  <a:schemeClr val="bg1"/>
                </a:solidFill>
              </a:rPr>
              <a:t>Dr.</a:t>
            </a:r>
            <a:r>
              <a:rPr lang="en-IN" sz="1400" dirty="0">
                <a:solidFill>
                  <a:schemeClr val="bg1"/>
                </a:solidFill>
              </a:rPr>
              <a:t> Vishwanath </a:t>
            </a:r>
            <a:r>
              <a:rPr lang="en-IN" sz="1400" dirty="0" err="1">
                <a:solidFill>
                  <a:schemeClr val="bg1"/>
                </a:solidFill>
              </a:rPr>
              <a:t>Karad</a:t>
            </a:r>
            <a:r>
              <a:rPr lang="en-IN" sz="1400" dirty="0">
                <a:solidFill>
                  <a:schemeClr val="bg1"/>
                </a:solidFill>
              </a:rPr>
              <a:t> MIT World Peace University, Pune</a:t>
            </a:r>
          </a:p>
        </p:txBody>
      </p:sp>
      <p:sp>
        <p:nvSpPr>
          <p:cNvPr id="31" name="Slide Number Placeholder 5">
            <a:extLst>
              <a:ext uri="{FF2B5EF4-FFF2-40B4-BE49-F238E27FC236}">
                <a16:creationId xmlns:a16="http://schemas.microsoft.com/office/drawing/2014/main" id="{28A49316-5361-CC20-82EE-29B85EEFE43B}"/>
              </a:ext>
            </a:extLst>
          </p:cNvPr>
          <p:cNvSpPr txBox="1">
            <a:spLocks/>
          </p:cNvSpPr>
          <p:nvPr userDrawn="1"/>
        </p:nvSpPr>
        <p:spPr>
          <a:xfrm>
            <a:off x="10957764" y="6533238"/>
            <a:ext cx="471069" cy="298091"/>
          </a:xfrm>
          <a:prstGeom prst="rect">
            <a:avLst/>
          </a:prstGeom>
        </p:spPr>
        <p:txBody>
          <a:bodyPr/>
          <a:lstStyle>
            <a:defPPr>
              <a:defRPr lang="en-US"/>
            </a:defPPr>
            <a:lvl1pPr marL="0" algn="l" defTabSz="914400" rtl="0" eaLnBrk="1" latinLnBrk="0" hangingPunct="1">
              <a:defRPr sz="18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B4087D-2D70-426D-9E8D-E21C33C7E538}" type="slidenum">
              <a:rPr lang="en-IN" sz="1400" smtClean="0">
                <a:solidFill>
                  <a:schemeClr val="bg1"/>
                </a:solidFill>
              </a:rPr>
              <a:pPr/>
              <a:t>‹#›</a:t>
            </a:fld>
            <a:endParaRPr lang="en-IN" sz="1400" dirty="0">
              <a:solidFill>
                <a:schemeClr val="bg1"/>
              </a:solidFill>
            </a:endParaRPr>
          </a:p>
        </p:txBody>
      </p:sp>
    </p:spTree>
    <p:extLst>
      <p:ext uri="{BB962C8B-B14F-4D97-AF65-F5344CB8AC3E}">
        <p14:creationId xmlns:p14="http://schemas.microsoft.com/office/powerpoint/2010/main" val="14197096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9BE6188A-4BF2-29A1-C91F-F4B069C17714}"/>
              </a:ext>
            </a:extLst>
          </p:cNvPr>
          <p:cNvPicPr>
            <a:picLocks noChangeAspect="1"/>
          </p:cNvPicPr>
          <p:nvPr userDrawn="1"/>
        </p:nvPicPr>
        <p:blipFill rotWithShape="1">
          <a:blip r:embed="rId13" cstate="print">
            <a:duotone>
              <a:schemeClr val="accent1">
                <a:shade val="45000"/>
                <a:satMod val="135000"/>
              </a:schemeClr>
              <a:prstClr val="white"/>
            </a:duotone>
            <a:extLst>
              <a:ext uri="{28A0092B-C50C-407E-A947-70E740481C1C}">
                <a14:useLocalDpi xmlns:a14="http://schemas.microsoft.com/office/drawing/2010/main" val="0"/>
              </a:ext>
            </a:extLst>
          </a:blip>
          <a:srcRect r="34563" b="26571"/>
          <a:stretch/>
        </p:blipFill>
        <p:spPr>
          <a:xfrm>
            <a:off x="11079762" y="6331147"/>
            <a:ext cx="1111869" cy="531377"/>
          </a:xfrm>
          <a:prstGeom prst="rect">
            <a:avLst/>
          </a:prstGeom>
        </p:spPr>
      </p:pic>
      <p:sp>
        <p:nvSpPr>
          <p:cNvPr id="21" name="Rectangle 20">
            <a:extLst>
              <a:ext uri="{FF2B5EF4-FFF2-40B4-BE49-F238E27FC236}">
                <a16:creationId xmlns:a16="http://schemas.microsoft.com/office/drawing/2014/main" id="{E7F97D76-0C0D-FB3B-D630-19387A60002E}"/>
              </a:ext>
            </a:extLst>
          </p:cNvPr>
          <p:cNvSpPr/>
          <p:nvPr userDrawn="1"/>
        </p:nvSpPr>
        <p:spPr>
          <a:xfrm>
            <a:off x="10582" y="6512357"/>
            <a:ext cx="11343218" cy="3491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75000"/>
                </a:schemeClr>
              </a:solidFill>
            </a:endParaRPr>
          </a:p>
        </p:txBody>
      </p:sp>
      <p:sp>
        <p:nvSpPr>
          <p:cNvPr id="22" name="Rectangle 21">
            <a:extLst>
              <a:ext uri="{FF2B5EF4-FFF2-40B4-BE49-F238E27FC236}">
                <a16:creationId xmlns:a16="http://schemas.microsoft.com/office/drawing/2014/main" id="{50EEE0E2-6AE5-BF83-8BFA-A71B274D8F66}"/>
              </a:ext>
            </a:extLst>
          </p:cNvPr>
          <p:cNvSpPr/>
          <p:nvPr userDrawn="1"/>
        </p:nvSpPr>
        <p:spPr>
          <a:xfrm>
            <a:off x="0" y="9397"/>
            <a:ext cx="12192000" cy="395267"/>
          </a:xfrm>
          <a:prstGeom prst="rect">
            <a:avLst/>
          </a:prstGeom>
          <a:solidFill>
            <a:srgbClr val="D0E5FC"/>
          </a:solidFill>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solidFill>
                  <a:schemeClr val="accent1">
                    <a:lumMod val="75000"/>
                  </a:schemeClr>
                </a:solidFill>
              </a:rPr>
              <a:t> </a:t>
            </a:r>
          </a:p>
        </p:txBody>
      </p:sp>
      <p:sp>
        <p:nvSpPr>
          <p:cNvPr id="24" name="Rectangle 23">
            <a:extLst>
              <a:ext uri="{FF2B5EF4-FFF2-40B4-BE49-F238E27FC236}">
                <a16:creationId xmlns:a16="http://schemas.microsoft.com/office/drawing/2014/main" id="{0DB9ED7B-79F3-301F-362F-472862B0F422}"/>
              </a:ext>
            </a:extLst>
          </p:cNvPr>
          <p:cNvSpPr/>
          <p:nvPr userDrawn="1"/>
        </p:nvSpPr>
        <p:spPr>
          <a:xfrm flipV="1">
            <a:off x="-14639" y="6483833"/>
            <a:ext cx="11353080" cy="45719"/>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Triangle 25">
            <a:extLst>
              <a:ext uri="{FF2B5EF4-FFF2-40B4-BE49-F238E27FC236}">
                <a16:creationId xmlns:a16="http://schemas.microsoft.com/office/drawing/2014/main" id="{0D891651-919A-21FD-3CB2-F6E0D668EAF6}"/>
              </a:ext>
            </a:extLst>
          </p:cNvPr>
          <p:cNvSpPr/>
          <p:nvPr userDrawn="1"/>
        </p:nvSpPr>
        <p:spPr>
          <a:xfrm>
            <a:off x="11346813" y="6510487"/>
            <a:ext cx="455613" cy="352038"/>
          </a:xfrm>
          <a:prstGeom prst="rtTriangle">
            <a:avLst/>
          </a:prstGeom>
          <a:solidFill>
            <a:srgbClr val="1F497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28" name="Straight Connector 27">
            <a:extLst>
              <a:ext uri="{FF2B5EF4-FFF2-40B4-BE49-F238E27FC236}">
                <a16:creationId xmlns:a16="http://schemas.microsoft.com/office/drawing/2014/main" id="{9CE9C596-AD6C-FD3C-4DCE-E0296AD5D21E}"/>
              </a:ext>
            </a:extLst>
          </p:cNvPr>
          <p:cNvCxnSpPr>
            <a:cxnSpLocks/>
          </p:cNvCxnSpPr>
          <p:nvPr userDrawn="1"/>
        </p:nvCxnSpPr>
        <p:spPr>
          <a:xfrm>
            <a:off x="11323638" y="6503584"/>
            <a:ext cx="478788" cy="381800"/>
          </a:xfrm>
          <a:prstGeom prst="line">
            <a:avLst/>
          </a:prstGeom>
          <a:ln w="50800">
            <a:solidFill>
              <a:srgbClr val="C6D9F1"/>
            </a:solidFill>
          </a:ln>
        </p:spPr>
        <p:style>
          <a:lnRef idx="1">
            <a:schemeClr val="accent1"/>
          </a:lnRef>
          <a:fillRef idx="0">
            <a:schemeClr val="accent1"/>
          </a:fillRef>
          <a:effectRef idx="0">
            <a:schemeClr val="accent1"/>
          </a:effectRef>
          <a:fontRef idx="minor">
            <a:schemeClr val="tx1"/>
          </a:fontRef>
        </p:style>
      </p:cxnSp>
      <p:sp>
        <p:nvSpPr>
          <p:cNvPr id="29" name="Date Placeholder 3">
            <a:extLst>
              <a:ext uri="{FF2B5EF4-FFF2-40B4-BE49-F238E27FC236}">
                <a16:creationId xmlns:a16="http://schemas.microsoft.com/office/drawing/2014/main" id="{4DF3350F-E1FC-58BD-49C0-893F9DF35CBD}"/>
              </a:ext>
            </a:extLst>
          </p:cNvPr>
          <p:cNvSpPr txBox="1">
            <a:spLocks/>
          </p:cNvSpPr>
          <p:nvPr userDrawn="1"/>
        </p:nvSpPr>
        <p:spPr>
          <a:xfrm>
            <a:off x="937794" y="6569522"/>
            <a:ext cx="2262046" cy="298091"/>
          </a:xfrm>
          <a:prstGeom prst="rect">
            <a:avLst/>
          </a:prstGeom>
        </p:spPr>
        <p:txBody>
          <a:bodyPr/>
          <a:lstStyle>
            <a:defPPr>
              <a:defRPr lang="en-US"/>
            </a:defPPr>
            <a:lvl1pPr marL="0" algn="l" defTabSz="914400" rtl="0" eaLnBrk="1" latinLnBrk="0" hangingPunct="1">
              <a:defRPr sz="18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solidFill>
                  <a:schemeClr val="bg1"/>
                </a:solidFill>
              </a:rPr>
              <a:t>Team ID: 15</a:t>
            </a:r>
            <a:endParaRPr lang="en-IN" sz="1400" dirty="0">
              <a:solidFill>
                <a:schemeClr val="bg1"/>
              </a:solidFill>
            </a:endParaRPr>
          </a:p>
        </p:txBody>
      </p:sp>
      <p:sp>
        <p:nvSpPr>
          <p:cNvPr id="30" name="Footer Placeholder 4">
            <a:extLst>
              <a:ext uri="{FF2B5EF4-FFF2-40B4-BE49-F238E27FC236}">
                <a16:creationId xmlns:a16="http://schemas.microsoft.com/office/drawing/2014/main" id="{EBF9EA06-4719-838F-2B22-B8E0E58607B3}"/>
              </a:ext>
            </a:extLst>
          </p:cNvPr>
          <p:cNvSpPr txBox="1">
            <a:spLocks/>
          </p:cNvSpPr>
          <p:nvPr userDrawn="1"/>
        </p:nvSpPr>
        <p:spPr>
          <a:xfrm>
            <a:off x="3616036" y="6559909"/>
            <a:ext cx="4738255" cy="298091"/>
          </a:xfrm>
          <a:prstGeom prst="rect">
            <a:avLst/>
          </a:prstGeom>
        </p:spPr>
        <p:txBody>
          <a:bodyPr/>
          <a:lstStyle>
            <a:defPPr>
              <a:defRPr lang="en-US"/>
            </a:defPPr>
            <a:lvl1pPr marL="0" algn="l" defTabSz="914400" rtl="0" eaLnBrk="1" latinLnBrk="0" hangingPunct="1">
              <a:defRPr sz="18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400" dirty="0" err="1">
                <a:solidFill>
                  <a:schemeClr val="bg1"/>
                </a:solidFill>
              </a:rPr>
              <a:t>Dr.</a:t>
            </a:r>
            <a:r>
              <a:rPr lang="en-IN" sz="1400" dirty="0">
                <a:solidFill>
                  <a:schemeClr val="bg1"/>
                </a:solidFill>
              </a:rPr>
              <a:t> Vishwanath </a:t>
            </a:r>
            <a:r>
              <a:rPr lang="en-IN" sz="1400" dirty="0" err="1">
                <a:solidFill>
                  <a:schemeClr val="bg1"/>
                </a:solidFill>
              </a:rPr>
              <a:t>Karad</a:t>
            </a:r>
            <a:r>
              <a:rPr lang="en-IN" sz="1400" dirty="0">
                <a:solidFill>
                  <a:schemeClr val="bg1"/>
                </a:solidFill>
              </a:rPr>
              <a:t> MIT World Peace University, Pune</a:t>
            </a:r>
          </a:p>
        </p:txBody>
      </p:sp>
      <p:sp>
        <p:nvSpPr>
          <p:cNvPr id="31" name="Slide Number Placeholder 5">
            <a:extLst>
              <a:ext uri="{FF2B5EF4-FFF2-40B4-BE49-F238E27FC236}">
                <a16:creationId xmlns:a16="http://schemas.microsoft.com/office/drawing/2014/main" id="{28A49316-5361-CC20-82EE-29B85EEFE43B}"/>
              </a:ext>
            </a:extLst>
          </p:cNvPr>
          <p:cNvSpPr txBox="1">
            <a:spLocks/>
          </p:cNvSpPr>
          <p:nvPr userDrawn="1"/>
        </p:nvSpPr>
        <p:spPr>
          <a:xfrm>
            <a:off x="10957764" y="6533238"/>
            <a:ext cx="471069" cy="298091"/>
          </a:xfrm>
          <a:prstGeom prst="rect">
            <a:avLst/>
          </a:prstGeom>
        </p:spPr>
        <p:txBody>
          <a:bodyPr/>
          <a:lstStyle>
            <a:defPPr>
              <a:defRPr lang="en-US"/>
            </a:defPPr>
            <a:lvl1pPr marL="0" algn="l" defTabSz="914400" rtl="0" eaLnBrk="1" latinLnBrk="0" hangingPunct="1">
              <a:defRPr sz="18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B4087D-2D70-426D-9E8D-E21C33C7E538}" type="slidenum">
              <a:rPr lang="en-IN" sz="1400" smtClean="0">
                <a:solidFill>
                  <a:schemeClr val="bg1"/>
                </a:solidFill>
              </a:rPr>
              <a:pPr/>
              <a:t>‹#›</a:t>
            </a:fld>
            <a:endParaRPr lang="en-IN" sz="1400" dirty="0">
              <a:solidFill>
                <a:schemeClr val="bg1"/>
              </a:solidFill>
            </a:endParaRPr>
          </a:p>
        </p:txBody>
      </p:sp>
    </p:spTree>
    <p:extLst>
      <p:ext uri="{BB962C8B-B14F-4D97-AF65-F5344CB8AC3E}">
        <p14:creationId xmlns:p14="http://schemas.microsoft.com/office/powerpoint/2010/main" val="6943357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pic>
        <p:nvPicPr>
          <p:cNvPr id="1025" name="Picture 1" descr="Picture 19">
            <a:extLst>
              <a:ext uri="{FF2B5EF4-FFF2-40B4-BE49-F238E27FC236}">
                <a16:creationId xmlns:a16="http://schemas.microsoft.com/office/drawing/2014/main" id="{AABDD2F7-0B45-A919-92A1-D3A7FA843415}"/>
              </a:ext>
            </a:extLst>
          </p:cNvPr>
          <p:cNvPicPr>
            <a:picLocks noChangeAspect="1"/>
          </p:cNvPicPr>
          <p:nvPr/>
        </p:nvPicPr>
        <p:blipFill>
          <a:blip r:embed="rId13" cstate="print">
            <a:extLst>
              <a:ext uri="{28A0092B-C50C-407E-A947-70E740481C1C}">
                <a14:useLocalDpi xmlns:a14="http://schemas.microsoft.com/office/drawing/2010/main" val="0"/>
              </a:ext>
            </a:extLst>
          </a:blip>
          <a:srcRect r="34563" b="26570"/>
          <a:stretch>
            <a:fillRect/>
          </a:stretch>
        </p:blipFill>
        <p:spPr bwMode="auto">
          <a:xfrm>
            <a:off x="11089272" y="6330951"/>
            <a:ext cx="1112264"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6" name="Rectangle 2" descr="Rectangle 20">
            <a:extLst>
              <a:ext uri="{FF2B5EF4-FFF2-40B4-BE49-F238E27FC236}">
                <a16:creationId xmlns:a16="http://schemas.microsoft.com/office/drawing/2014/main" id="{610D01E8-6BD1-90A8-DABA-B79F448AA5E9}"/>
              </a:ext>
            </a:extLst>
          </p:cNvPr>
          <p:cNvSpPr>
            <a:spLocks/>
          </p:cNvSpPr>
          <p:nvPr/>
        </p:nvSpPr>
        <p:spPr bwMode="auto">
          <a:xfrm>
            <a:off x="9534" y="6511925"/>
            <a:ext cx="11354626" cy="349250"/>
          </a:xfrm>
          <a:prstGeom prst="rect">
            <a:avLst/>
          </a:prstGeom>
          <a:solidFill>
            <a:srgbClr val="1F497D"/>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nchor="ctr"/>
          <a:lstStyle/>
          <a:p>
            <a:pPr algn="ctr"/>
            <a:endParaRPr lang="en-US" altLang="en-US" sz="1800">
              <a:solidFill>
                <a:srgbClr val="376092"/>
              </a:solidFill>
            </a:endParaRPr>
          </a:p>
        </p:txBody>
      </p:sp>
      <p:grpSp>
        <p:nvGrpSpPr>
          <p:cNvPr id="1027" name="Group 3">
            <a:extLst>
              <a:ext uri="{FF2B5EF4-FFF2-40B4-BE49-F238E27FC236}">
                <a16:creationId xmlns:a16="http://schemas.microsoft.com/office/drawing/2014/main" id="{E1E3DD13-479F-6D76-A7A1-8D50011C89CD}"/>
              </a:ext>
            </a:extLst>
          </p:cNvPr>
          <p:cNvGrpSpPr>
            <a:grpSpLocks/>
          </p:cNvGrpSpPr>
          <p:nvPr/>
        </p:nvGrpSpPr>
        <p:grpSpPr bwMode="auto">
          <a:xfrm>
            <a:off x="0" y="7939"/>
            <a:ext cx="12203125" cy="395287"/>
            <a:chOff x="0" y="-1"/>
            <a:chExt cx="12192000" cy="395269"/>
          </a:xfrm>
        </p:grpSpPr>
        <p:sp>
          <p:nvSpPr>
            <p:cNvPr id="1028" name="Rectangle 4">
              <a:extLst>
                <a:ext uri="{FF2B5EF4-FFF2-40B4-BE49-F238E27FC236}">
                  <a16:creationId xmlns:a16="http://schemas.microsoft.com/office/drawing/2014/main" id="{F7A5B80F-7E88-C72F-E16B-767F693EABC6}"/>
                </a:ext>
              </a:extLst>
            </p:cNvPr>
            <p:cNvSpPr>
              <a:spLocks/>
            </p:cNvSpPr>
            <p:nvPr/>
          </p:nvSpPr>
          <p:spPr bwMode="auto">
            <a:xfrm>
              <a:off x="0" y="-1"/>
              <a:ext cx="12192000" cy="395269"/>
            </a:xfrm>
            <a:prstGeom prst="rect">
              <a:avLst/>
            </a:prstGeom>
            <a:solidFill>
              <a:srgbClr val="D0E5FC"/>
            </a:solidFill>
            <a:ln>
              <a:noFill/>
            </a:ln>
            <a:effectLst>
              <a:outerShdw blurRad="38100" dist="23000" dir="5400000" algn="ctr" rotWithShape="0">
                <a:srgbClr val="000000">
                  <a:alpha val="34999"/>
                </a:srgbClr>
              </a:outerShdw>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Lst>
          </p:spPr>
          <p:txBody>
            <a:bodyPr lIns="45720" rIns="45720" anchor="ctr"/>
            <a:lstStyle/>
            <a:p>
              <a:pPr algn="ctr"/>
              <a:endParaRPr lang="en-US" altLang="en-US" sz="1800">
                <a:solidFill>
                  <a:srgbClr val="FFFFFF"/>
                </a:solidFill>
              </a:endParaRPr>
            </a:p>
          </p:txBody>
        </p:sp>
        <p:sp>
          <p:nvSpPr>
            <p:cNvPr id="1029" name="Text Box 5">
              <a:extLst>
                <a:ext uri="{FF2B5EF4-FFF2-40B4-BE49-F238E27FC236}">
                  <a16:creationId xmlns:a16="http://schemas.microsoft.com/office/drawing/2014/main" id="{EFCBB84D-C78E-4E20-824F-3F1747309F2C}"/>
                </a:ext>
              </a:extLst>
            </p:cNvPr>
            <p:cNvSpPr txBox="1">
              <a:spLocks/>
            </p:cNvSpPr>
            <p:nvPr/>
          </p:nvSpPr>
          <p:spPr bwMode="auto">
            <a:xfrm>
              <a:off x="45719" y="12975"/>
              <a:ext cx="12100561" cy="369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nchor="ctr">
              <a:spAutoFit/>
            </a:bodyPr>
            <a:lstStyle/>
            <a:p>
              <a:pPr algn="ctr"/>
              <a:r>
                <a:rPr lang="en-US" altLang="en-US" sz="1800">
                  <a:solidFill>
                    <a:srgbClr val="376092"/>
                  </a:solidFill>
                </a:rPr>
                <a:t> </a:t>
              </a:r>
            </a:p>
          </p:txBody>
        </p:sp>
      </p:grpSp>
      <p:sp>
        <p:nvSpPr>
          <p:cNvPr id="1031" name="Rectangle 7" descr="Rectangle 23">
            <a:extLst>
              <a:ext uri="{FF2B5EF4-FFF2-40B4-BE49-F238E27FC236}">
                <a16:creationId xmlns:a16="http://schemas.microsoft.com/office/drawing/2014/main" id="{1543AE44-8930-A35C-4E89-CBCEB1A933B2}"/>
              </a:ext>
            </a:extLst>
          </p:cNvPr>
          <p:cNvSpPr>
            <a:spLocks/>
          </p:cNvSpPr>
          <p:nvPr/>
        </p:nvSpPr>
        <p:spPr bwMode="auto">
          <a:xfrm flipV="1">
            <a:off x="-14300" y="6483350"/>
            <a:ext cx="11362571" cy="46038"/>
          </a:xfrm>
          <a:prstGeom prst="rect">
            <a:avLst/>
          </a:prstGeom>
          <a:solidFill>
            <a:srgbClr val="C6D9F1"/>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nchor="ctr"/>
          <a:lstStyle/>
          <a:p>
            <a:pPr algn="ctr"/>
            <a:endParaRPr lang="en-US" altLang="en-US" sz="1800">
              <a:solidFill>
                <a:srgbClr val="FFFFFF"/>
              </a:solidFill>
            </a:endParaRPr>
          </a:p>
        </p:txBody>
      </p:sp>
      <p:sp>
        <p:nvSpPr>
          <p:cNvPr id="1033" name="AutoShape 9" descr="Right Triangle 25">
            <a:extLst>
              <a:ext uri="{FF2B5EF4-FFF2-40B4-BE49-F238E27FC236}">
                <a16:creationId xmlns:a16="http://schemas.microsoft.com/office/drawing/2014/main" id="{9A597090-CAD7-0353-9EDD-FA57EC95E58F}"/>
              </a:ext>
            </a:extLst>
          </p:cNvPr>
          <p:cNvSpPr>
            <a:spLocks/>
          </p:cNvSpPr>
          <p:nvPr/>
        </p:nvSpPr>
        <p:spPr bwMode="auto">
          <a:xfrm>
            <a:off x="11356215" y="6510339"/>
            <a:ext cx="456028" cy="35083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600"/>
                </a:moveTo>
                <a:lnTo>
                  <a:pt x="21600" y="21600"/>
                </a:lnTo>
                <a:lnTo>
                  <a:pt x="0" y="0"/>
                </a:lnTo>
                <a:close/>
              </a:path>
            </a:pathLst>
          </a:custGeom>
          <a:solidFill>
            <a:srgbClr val="1F497D"/>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nchor="ctr"/>
          <a:lstStyle/>
          <a:p>
            <a:pPr algn="ctr"/>
            <a:endParaRPr lang="en-US" altLang="en-US" sz="1800">
              <a:solidFill>
                <a:srgbClr val="FFFFFF"/>
              </a:solidFill>
            </a:endParaRPr>
          </a:p>
        </p:txBody>
      </p:sp>
      <p:sp>
        <p:nvSpPr>
          <p:cNvPr id="1035" name="Line 11" descr="Straight Connector 27">
            <a:extLst>
              <a:ext uri="{FF2B5EF4-FFF2-40B4-BE49-F238E27FC236}">
                <a16:creationId xmlns:a16="http://schemas.microsoft.com/office/drawing/2014/main" id="{528F841B-4467-2573-3A1F-0B2BBCBB4737}"/>
              </a:ext>
            </a:extLst>
          </p:cNvPr>
          <p:cNvSpPr>
            <a:spLocks noChangeShapeType="1"/>
          </p:cNvSpPr>
          <p:nvPr/>
        </p:nvSpPr>
        <p:spPr bwMode="auto">
          <a:xfrm>
            <a:off x="11333971" y="6502400"/>
            <a:ext cx="478273" cy="382588"/>
          </a:xfrm>
          <a:prstGeom prst="line">
            <a:avLst/>
          </a:prstGeom>
          <a:noFill/>
          <a:ln w="50800" cap="flat" cmpd="sng">
            <a:solidFill>
              <a:srgbClr val="C6D9F1"/>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lstStyle/>
          <a:p>
            <a:endParaRPr lang="en-US" altLang="en-US" sz="1800"/>
          </a:p>
        </p:txBody>
      </p:sp>
      <p:sp>
        <p:nvSpPr>
          <p:cNvPr id="1036" name="Text Box 12" descr="Date Placeholder 3">
            <a:extLst>
              <a:ext uri="{FF2B5EF4-FFF2-40B4-BE49-F238E27FC236}">
                <a16:creationId xmlns:a16="http://schemas.microsoft.com/office/drawing/2014/main" id="{BDE1ECB7-14B1-56CE-CFAC-27131E370950}"/>
              </a:ext>
            </a:extLst>
          </p:cNvPr>
          <p:cNvSpPr txBox="1">
            <a:spLocks/>
          </p:cNvSpPr>
          <p:nvPr/>
        </p:nvSpPr>
        <p:spPr bwMode="auto">
          <a:xfrm>
            <a:off x="983560" y="6569076"/>
            <a:ext cx="2172092"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r>
              <a:rPr lang="en-US" altLang="en-US" sz="1400" dirty="0">
                <a:solidFill>
                  <a:srgbClr val="FFFFFF"/>
                </a:solidFill>
                <a:latin typeface="Arial" panose="020B0604020202020204" pitchFamily="34" charset="0"/>
                <a:cs typeface="Arial" panose="020B0604020202020204" pitchFamily="34" charset="0"/>
                <a:sym typeface="Arial" panose="020B0604020202020204" pitchFamily="34" charset="0"/>
              </a:rPr>
              <a:t>Team ID: 15</a:t>
            </a:r>
          </a:p>
        </p:txBody>
      </p:sp>
      <p:sp>
        <p:nvSpPr>
          <p:cNvPr id="1037" name="Text Box 13" descr="Footer Placeholder 4">
            <a:extLst>
              <a:ext uri="{FF2B5EF4-FFF2-40B4-BE49-F238E27FC236}">
                <a16:creationId xmlns:a16="http://schemas.microsoft.com/office/drawing/2014/main" id="{4AA63CF8-9635-38BB-0296-9E4ABEF1F191}"/>
              </a:ext>
            </a:extLst>
          </p:cNvPr>
          <p:cNvSpPr txBox="1">
            <a:spLocks/>
          </p:cNvSpPr>
          <p:nvPr/>
        </p:nvSpPr>
        <p:spPr bwMode="auto">
          <a:xfrm>
            <a:off x="3664116" y="6559551"/>
            <a:ext cx="4650853"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r>
              <a:rPr lang="en-US" altLang="en-US" sz="1400">
                <a:solidFill>
                  <a:srgbClr val="FFFFFF"/>
                </a:solidFill>
                <a:latin typeface="Arial" panose="020B0604020202020204" pitchFamily="34" charset="0"/>
                <a:cs typeface="Arial" panose="020B0604020202020204" pitchFamily="34" charset="0"/>
                <a:sym typeface="Arial" panose="020B0604020202020204" pitchFamily="34" charset="0"/>
              </a:rPr>
              <a:t>Dr. Vishwanath Karad MIT World Peace University, Pune</a:t>
            </a:r>
          </a:p>
        </p:txBody>
      </p:sp>
      <p:sp>
        <p:nvSpPr>
          <p:cNvPr id="1038" name="Rectangle 14">
            <a:extLst>
              <a:ext uri="{FF2B5EF4-FFF2-40B4-BE49-F238E27FC236}">
                <a16:creationId xmlns:a16="http://schemas.microsoft.com/office/drawing/2014/main" id="{AA0CE9DD-4E71-72DE-A190-75547B7D1A66}"/>
              </a:ext>
            </a:extLst>
          </p:cNvPr>
          <p:cNvSpPr>
            <a:spLocks noGrp="1"/>
          </p:cNvSpPr>
          <p:nvPr>
            <p:ph type="sldNum" sz="quarter" idx="2"/>
          </p:nvPr>
        </p:nvSpPr>
        <p:spPr bwMode="auto">
          <a:xfrm>
            <a:off x="10966923" y="6532564"/>
            <a:ext cx="301900" cy="288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45720" tIns="45720" rIns="45720" bIns="45720" numCol="1" anchor="t" anchorCtr="0" compatLnSpc="1">
            <a:prstTxWarp prst="textNoShape">
              <a:avLst/>
            </a:prstTxWarp>
          </a:bodyPr>
          <a:lstStyle>
            <a:lvl1pPr>
              <a:defRPr sz="1400">
                <a:solidFill>
                  <a:srgbClr val="FFFFFF"/>
                </a:solidFill>
                <a:latin typeface="Arial" panose="020B0604020202020204" pitchFamily="34" charset="0"/>
                <a:cs typeface="Arial" panose="020B0604020202020204" pitchFamily="34" charset="0"/>
                <a:sym typeface="Arial" panose="020B0604020202020204" pitchFamily="34" charset="0"/>
              </a:defRPr>
            </a:lvl1pPr>
          </a:lstStyle>
          <a:p>
            <a:fld id="{DE92CECF-0D35-4B00-BCE4-3D3C9942516A}" type="slidenum">
              <a:rPr lang="en-US" altLang="en-US"/>
              <a:pPr/>
              <a:t>‹#›</a:t>
            </a:fld>
            <a:endParaRPr lang="en-US" altLang="en-US"/>
          </a:p>
        </p:txBody>
      </p:sp>
      <p:sp>
        <p:nvSpPr>
          <p:cNvPr id="1040" name="Rectangle 16">
            <a:extLst>
              <a:ext uri="{FF2B5EF4-FFF2-40B4-BE49-F238E27FC236}">
                <a16:creationId xmlns:a16="http://schemas.microsoft.com/office/drawing/2014/main" id="{4C55F52A-603B-E8C5-5054-15A381D9901B}"/>
              </a:ext>
            </a:extLst>
          </p:cNvPr>
          <p:cNvSpPr>
            <a:spLocks noGrp="1"/>
          </p:cNvSpPr>
          <p:nvPr>
            <p:ph type="title"/>
          </p:nvPr>
        </p:nvSpPr>
        <p:spPr bwMode="auto">
          <a:xfrm>
            <a:off x="608568" y="274638"/>
            <a:ext cx="10982812"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45720" tIns="45720" rIns="45720" bIns="45720" numCol="1" anchor="t" anchorCtr="0" compatLnSpc="1">
            <a:prstTxWarp prst="textNoShape">
              <a:avLst/>
            </a:prstTxWarp>
          </a:bodyPr>
          <a:lstStyle/>
          <a:p>
            <a:pPr lvl="0"/>
            <a:r>
              <a:rPr lang="en-US" altLang="en-US">
                <a:sym typeface="Calibri" panose="020F0502020204030204" pitchFamily="34" charset="0"/>
              </a:rPr>
              <a:t>Click to edit Template title style</a:t>
            </a:r>
          </a:p>
        </p:txBody>
      </p:sp>
      <p:sp>
        <p:nvSpPr>
          <p:cNvPr id="1041" name="Rectangle 17">
            <a:extLst>
              <a:ext uri="{FF2B5EF4-FFF2-40B4-BE49-F238E27FC236}">
                <a16:creationId xmlns:a16="http://schemas.microsoft.com/office/drawing/2014/main" id="{55EFB850-FF85-04F7-2991-248F697E530B}"/>
              </a:ext>
            </a:extLst>
          </p:cNvPr>
          <p:cNvSpPr>
            <a:spLocks noGrp="1"/>
          </p:cNvSpPr>
          <p:nvPr>
            <p:ph type="body" idx="1"/>
          </p:nvPr>
        </p:nvSpPr>
        <p:spPr bwMode="auto">
          <a:xfrm>
            <a:off x="608568" y="1600201"/>
            <a:ext cx="10982812"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45720" tIns="45720" rIns="45720" bIns="45720" numCol="1" anchor="t" anchorCtr="0" compatLnSpc="1">
            <a:prstTxWarp prst="textNoShape">
              <a:avLst/>
            </a:prstTxWarp>
          </a:bodyPr>
          <a:lstStyle/>
          <a:p>
            <a:pPr lvl="0"/>
            <a:r>
              <a:rPr lang="en-US" altLang="en-US">
                <a:sym typeface="Calibri" panose="020F0502020204030204" pitchFamily="34" charset="0"/>
              </a:rPr>
              <a:t>Click to edit Template text styles</a:t>
            </a:r>
          </a:p>
          <a:p>
            <a:pPr lvl="1"/>
            <a:r>
              <a:rPr lang="en-US" altLang="en-US">
                <a:sym typeface="Calibri" panose="020F0502020204030204" pitchFamily="34" charset="0"/>
              </a:rPr>
              <a:t>Second level</a:t>
            </a:r>
          </a:p>
          <a:p>
            <a:pPr lvl="2"/>
            <a:r>
              <a:rPr lang="en-US" altLang="en-US">
                <a:sym typeface="Calibri" panose="020F0502020204030204" pitchFamily="34" charset="0"/>
              </a:rPr>
              <a:t>Third level</a:t>
            </a:r>
          </a:p>
          <a:p>
            <a:pPr lvl="3"/>
            <a:r>
              <a:rPr lang="en-US" altLang="en-US">
                <a:sym typeface="Calibri" panose="020F0502020204030204" pitchFamily="34" charset="0"/>
              </a:rPr>
              <a:t>Fourth level</a:t>
            </a:r>
          </a:p>
          <a:p>
            <a:pPr lvl="4"/>
            <a:r>
              <a:rPr lang="en-US" altLang="en-US">
                <a:sym typeface="Calibri" panose="020F0502020204030204" pitchFamily="34" charset="0"/>
              </a:rPr>
              <a:t>Fifth level</a:t>
            </a:r>
          </a:p>
        </p:txBody>
      </p:sp>
    </p:spTree>
    <p:extLst>
      <p:ext uri="{BB962C8B-B14F-4D97-AF65-F5344CB8AC3E}">
        <p14:creationId xmlns:p14="http://schemas.microsoft.com/office/powerpoint/2010/main" val="65247329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fontAlgn="base" hangingPunct="0">
        <a:spcBef>
          <a:spcPct val="0"/>
        </a:spcBef>
        <a:spcAft>
          <a:spcPct val="0"/>
        </a:spcAft>
        <a:defRPr sz="4400" kern="1200">
          <a:solidFill>
            <a:srgbClr val="000000"/>
          </a:solidFill>
          <a:latin typeface="+mj-lt"/>
          <a:ea typeface="+mj-ea"/>
          <a:cs typeface="+mj-cs"/>
          <a:sym typeface="Calibri" panose="020F0502020204030204" pitchFamily="34" charset="0"/>
        </a:defRPr>
      </a:lvl1pPr>
      <a:lvl2pPr algn="ctr" rtl="0" fontAlgn="base" hangingPunct="0">
        <a:spcBef>
          <a:spcPct val="0"/>
        </a:spcBef>
        <a:spcAft>
          <a:spcPct val="0"/>
        </a:spcAft>
        <a:defRPr sz="44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algn="ctr" rtl="0" fontAlgn="base" hangingPunct="0">
        <a:spcBef>
          <a:spcPct val="0"/>
        </a:spcBef>
        <a:spcAft>
          <a:spcPct val="0"/>
        </a:spcAft>
        <a:defRPr sz="44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algn="ctr" rtl="0" fontAlgn="base" hangingPunct="0">
        <a:spcBef>
          <a:spcPct val="0"/>
        </a:spcBef>
        <a:spcAft>
          <a:spcPct val="0"/>
        </a:spcAft>
        <a:defRPr sz="44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algn="ctr" rtl="0" fontAlgn="base" hangingPunct="0">
        <a:spcBef>
          <a:spcPct val="0"/>
        </a:spcBef>
        <a:spcAft>
          <a:spcPct val="0"/>
        </a:spcAft>
        <a:defRPr sz="44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457200" algn="ctr" rtl="0" fontAlgn="base" hangingPunct="0">
        <a:spcBef>
          <a:spcPct val="0"/>
        </a:spcBef>
        <a:spcAft>
          <a:spcPct val="0"/>
        </a:spcAft>
        <a:defRPr sz="44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914400" algn="ctr" rtl="0" fontAlgn="base" hangingPunct="0">
        <a:spcBef>
          <a:spcPct val="0"/>
        </a:spcBef>
        <a:spcAft>
          <a:spcPct val="0"/>
        </a:spcAft>
        <a:defRPr sz="44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1371600" algn="ctr" rtl="0" fontAlgn="base" hangingPunct="0">
        <a:spcBef>
          <a:spcPct val="0"/>
        </a:spcBef>
        <a:spcAft>
          <a:spcPct val="0"/>
        </a:spcAft>
        <a:defRPr sz="44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1828800" algn="ctr" rtl="0" fontAlgn="base" hangingPunct="0">
        <a:spcBef>
          <a:spcPct val="0"/>
        </a:spcBef>
        <a:spcAft>
          <a:spcPct val="0"/>
        </a:spcAft>
        <a:defRPr sz="4400">
          <a:solidFill>
            <a:srgbClr val="000000"/>
          </a:solidFill>
          <a:latin typeface="Calibri" panose="020F0502020204030204" pitchFamily="34" charset="0"/>
          <a:cs typeface="Calibri" panose="020F0502020204030204" pitchFamily="34" charset="0"/>
          <a:sym typeface="Calibri" panose="020F0502020204030204" pitchFamily="34" charset="0"/>
        </a:defRPr>
      </a:lvl9pPr>
    </p:titleStyle>
    <p:bodyStyle>
      <a:lvl1pPr marL="342900" indent="-342900" algn="l" rtl="0" fontAlgn="base" hangingPunct="0">
        <a:spcBef>
          <a:spcPts val="700"/>
        </a:spcBef>
        <a:spcAft>
          <a:spcPct val="0"/>
        </a:spcAft>
        <a:buSzPct val="100000"/>
        <a:buFont typeface="Arial" panose="020B0604020202020204" pitchFamily="34" charset="0"/>
        <a:buChar char="•"/>
        <a:defRPr sz="3200" kern="1200">
          <a:solidFill>
            <a:srgbClr val="000000"/>
          </a:solidFill>
          <a:latin typeface="+mn-lt"/>
          <a:ea typeface="+mn-ea"/>
          <a:cs typeface="+mn-cs"/>
          <a:sym typeface="Calibri" panose="020F0502020204030204" pitchFamily="34" charset="0"/>
        </a:defRPr>
      </a:lvl1pPr>
      <a:lvl2pPr marL="782638" indent="-325438" algn="l" rtl="0" fontAlgn="base" hangingPunct="0">
        <a:spcBef>
          <a:spcPts val="700"/>
        </a:spcBef>
        <a:spcAft>
          <a:spcPct val="0"/>
        </a:spcAft>
        <a:buSzPct val="100000"/>
        <a:buFont typeface="Arial" panose="020B0604020202020204" pitchFamily="34" charset="0"/>
        <a:buChar char="–"/>
        <a:defRPr sz="3200" kern="1200">
          <a:solidFill>
            <a:srgbClr val="000000"/>
          </a:solidFill>
          <a:latin typeface="+mn-lt"/>
          <a:ea typeface="+mn-ea"/>
          <a:cs typeface="+mn-cs"/>
          <a:sym typeface="Calibri" panose="020F0502020204030204" pitchFamily="34" charset="0"/>
        </a:defRPr>
      </a:lvl2pPr>
      <a:lvl3pPr marL="1219200" indent="-304800" algn="l" rtl="0" fontAlgn="base" hangingPunct="0">
        <a:spcBef>
          <a:spcPts val="700"/>
        </a:spcBef>
        <a:spcAft>
          <a:spcPct val="0"/>
        </a:spcAft>
        <a:buSzPct val="100000"/>
        <a:buFont typeface="Arial" panose="020B0604020202020204" pitchFamily="34" charset="0"/>
        <a:buChar char="•"/>
        <a:defRPr sz="3200" kern="1200">
          <a:solidFill>
            <a:srgbClr val="000000"/>
          </a:solidFill>
          <a:latin typeface="+mn-lt"/>
          <a:ea typeface="+mn-ea"/>
          <a:cs typeface="+mn-cs"/>
          <a:sym typeface="Calibri" panose="020F0502020204030204" pitchFamily="34" charset="0"/>
        </a:defRPr>
      </a:lvl3pPr>
      <a:lvl4pPr marL="1736725" indent="-365125" algn="l" rtl="0" fontAlgn="base" hangingPunct="0">
        <a:spcBef>
          <a:spcPts val="700"/>
        </a:spcBef>
        <a:spcAft>
          <a:spcPct val="0"/>
        </a:spcAft>
        <a:buSzPct val="100000"/>
        <a:buFont typeface="Arial" panose="020B0604020202020204" pitchFamily="34" charset="0"/>
        <a:buChar char="–"/>
        <a:defRPr sz="3200" kern="1200">
          <a:solidFill>
            <a:srgbClr val="000000"/>
          </a:solidFill>
          <a:latin typeface="+mn-lt"/>
          <a:ea typeface="+mn-ea"/>
          <a:cs typeface="+mn-cs"/>
          <a:sym typeface="Calibri" panose="020F0502020204030204" pitchFamily="34" charset="0"/>
        </a:defRPr>
      </a:lvl4pPr>
      <a:lvl5pPr marL="2193925" indent="-365125" algn="l" rtl="0" fontAlgn="base" hangingPunct="0">
        <a:spcBef>
          <a:spcPts val="700"/>
        </a:spcBef>
        <a:spcAft>
          <a:spcPct val="0"/>
        </a:spcAft>
        <a:buSzPct val="100000"/>
        <a:buFont typeface="Arial" panose="020B0604020202020204" pitchFamily="34" charset="0"/>
        <a:buChar char="»"/>
        <a:defRPr sz="3200" kern="1200">
          <a:solidFill>
            <a:srgbClr val="000000"/>
          </a:solidFill>
          <a:latin typeface="+mn-lt"/>
          <a:ea typeface="+mn-ea"/>
          <a:cs typeface="+mn-cs"/>
          <a:sym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9BE6188A-4BF2-29A1-C91F-F4B069C17714}"/>
              </a:ext>
            </a:extLst>
          </p:cNvPr>
          <p:cNvPicPr>
            <a:picLocks noChangeAspect="1"/>
          </p:cNvPicPr>
          <p:nvPr userDrawn="1"/>
        </p:nvPicPr>
        <p:blipFill rotWithShape="1">
          <a:blip r:embed="rId13" cstate="print">
            <a:duotone>
              <a:schemeClr val="accent1">
                <a:shade val="45000"/>
                <a:satMod val="135000"/>
              </a:schemeClr>
              <a:prstClr val="white"/>
            </a:duotone>
            <a:extLst>
              <a:ext uri="{28A0092B-C50C-407E-A947-70E740481C1C}">
                <a14:useLocalDpi xmlns:a14="http://schemas.microsoft.com/office/drawing/2010/main" val="0"/>
              </a:ext>
            </a:extLst>
          </a:blip>
          <a:srcRect r="34563" b="26571"/>
          <a:stretch/>
        </p:blipFill>
        <p:spPr>
          <a:xfrm>
            <a:off x="11079762" y="6331147"/>
            <a:ext cx="1111869" cy="531377"/>
          </a:xfrm>
          <a:prstGeom prst="rect">
            <a:avLst/>
          </a:prstGeom>
        </p:spPr>
      </p:pic>
      <p:sp>
        <p:nvSpPr>
          <p:cNvPr id="21" name="Rectangle 20">
            <a:extLst>
              <a:ext uri="{FF2B5EF4-FFF2-40B4-BE49-F238E27FC236}">
                <a16:creationId xmlns:a16="http://schemas.microsoft.com/office/drawing/2014/main" id="{E7F97D76-0C0D-FB3B-D630-19387A60002E}"/>
              </a:ext>
            </a:extLst>
          </p:cNvPr>
          <p:cNvSpPr/>
          <p:nvPr userDrawn="1"/>
        </p:nvSpPr>
        <p:spPr>
          <a:xfrm>
            <a:off x="10582" y="6512357"/>
            <a:ext cx="11343218" cy="3491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75000"/>
                </a:schemeClr>
              </a:solidFill>
            </a:endParaRPr>
          </a:p>
        </p:txBody>
      </p:sp>
      <p:sp>
        <p:nvSpPr>
          <p:cNvPr id="22" name="Rectangle 21">
            <a:extLst>
              <a:ext uri="{FF2B5EF4-FFF2-40B4-BE49-F238E27FC236}">
                <a16:creationId xmlns:a16="http://schemas.microsoft.com/office/drawing/2014/main" id="{50EEE0E2-6AE5-BF83-8BFA-A71B274D8F66}"/>
              </a:ext>
            </a:extLst>
          </p:cNvPr>
          <p:cNvSpPr/>
          <p:nvPr userDrawn="1"/>
        </p:nvSpPr>
        <p:spPr>
          <a:xfrm>
            <a:off x="0" y="9397"/>
            <a:ext cx="12192000" cy="395267"/>
          </a:xfrm>
          <a:prstGeom prst="rect">
            <a:avLst/>
          </a:prstGeom>
          <a:solidFill>
            <a:srgbClr val="D0E5FC"/>
          </a:solidFill>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solidFill>
                  <a:schemeClr val="accent1">
                    <a:lumMod val="75000"/>
                  </a:schemeClr>
                </a:solidFill>
              </a:rPr>
              <a:t> </a:t>
            </a:r>
          </a:p>
        </p:txBody>
      </p:sp>
      <p:sp>
        <p:nvSpPr>
          <p:cNvPr id="24" name="Rectangle 23">
            <a:extLst>
              <a:ext uri="{FF2B5EF4-FFF2-40B4-BE49-F238E27FC236}">
                <a16:creationId xmlns:a16="http://schemas.microsoft.com/office/drawing/2014/main" id="{0DB9ED7B-79F3-301F-362F-472862B0F422}"/>
              </a:ext>
            </a:extLst>
          </p:cNvPr>
          <p:cNvSpPr/>
          <p:nvPr userDrawn="1"/>
        </p:nvSpPr>
        <p:spPr>
          <a:xfrm flipV="1">
            <a:off x="-14639" y="6483833"/>
            <a:ext cx="11353080" cy="45719"/>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Triangle 25">
            <a:extLst>
              <a:ext uri="{FF2B5EF4-FFF2-40B4-BE49-F238E27FC236}">
                <a16:creationId xmlns:a16="http://schemas.microsoft.com/office/drawing/2014/main" id="{0D891651-919A-21FD-3CB2-F6E0D668EAF6}"/>
              </a:ext>
            </a:extLst>
          </p:cNvPr>
          <p:cNvSpPr/>
          <p:nvPr userDrawn="1"/>
        </p:nvSpPr>
        <p:spPr>
          <a:xfrm>
            <a:off x="11346813" y="6510487"/>
            <a:ext cx="455613" cy="352038"/>
          </a:xfrm>
          <a:prstGeom prst="rtTriangle">
            <a:avLst/>
          </a:prstGeom>
          <a:solidFill>
            <a:srgbClr val="1F497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28" name="Straight Connector 27">
            <a:extLst>
              <a:ext uri="{FF2B5EF4-FFF2-40B4-BE49-F238E27FC236}">
                <a16:creationId xmlns:a16="http://schemas.microsoft.com/office/drawing/2014/main" id="{9CE9C596-AD6C-FD3C-4DCE-E0296AD5D21E}"/>
              </a:ext>
            </a:extLst>
          </p:cNvPr>
          <p:cNvCxnSpPr>
            <a:cxnSpLocks/>
          </p:cNvCxnSpPr>
          <p:nvPr userDrawn="1"/>
        </p:nvCxnSpPr>
        <p:spPr>
          <a:xfrm>
            <a:off x="11323638" y="6503584"/>
            <a:ext cx="478788" cy="381800"/>
          </a:xfrm>
          <a:prstGeom prst="line">
            <a:avLst/>
          </a:prstGeom>
          <a:ln w="50800">
            <a:solidFill>
              <a:srgbClr val="C6D9F1"/>
            </a:solidFill>
          </a:ln>
        </p:spPr>
        <p:style>
          <a:lnRef idx="1">
            <a:schemeClr val="accent1"/>
          </a:lnRef>
          <a:fillRef idx="0">
            <a:schemeClr val="accent1"/>
          </a:fillRef>
          <a:effectRef idx="0">
            <a:schemeClr val="accent1"/>
          </a:effectRef>
          <a:fontRef idx="minor">
            <a:schemeClr val="tx1"/>
          </a:fontRef>
        </p:style>
      </p:cxnSp>
      <p:sp>
        <p:nvSpPr>
          <p:cNvPr id="29" name="Date Placeholder 3">
            <a:extLst>
              <a:ext uri="{FF2B5EF4-FFF2-40B4-BE49-F238E27FC236}">
                <a16:creationId xmlns:a16="http://schemas.microsoft.com/office/drawing/2014/main" id="{4DF3350F-E1FC-58BD-49C0-893F9DF35CBD}"/>
              </a:ext>
            </a:extLst>
          </p:cNvPr>
          <p:cNvSpPr txBox="1">
            <a:spLocks/>
          </p:cNvSpPr>
          <p:nvPr userDrawn="1"/>
        </p:nvSpPr>
        <p:spPr>
          <a:xfrm>
            <a:off x="937794" y="6569522"/>
            <a:ext cx="2262046" cy="298091"/>
          </a:xfrm>
          <a:prstGeom prst="rect">
            <a:avLst/>
          </a:prstGeom>
        </p:spPr>
        <p:txBody>
          <a:bodyPr/>
          <a:lstStyle>
            <a:defPPr>
              <a:defRPr lang="en-US"/>
            </a:defPPr>
            <a:lvl1pPr marL="0" algn="l" defTabSz="914400" rtl="0" eaLnBrk="1" latinLnBrk="0" hangingPunct="1">
              <a:defRPr sz="18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solidFill>
                  <a:schemeClr val="bg1"/>
                </a:solidFill>
              </a:rPr>
              <a:t>Team ID: 15</a:t>
            </a:r>
            <a:endParaRPr lang="en-IN" sz="1400" dirty="0">
              <a:solidFill>
                <a:schemeClr val="bg1"/>
              </a:solidFill>
            </a:endParaRPr>
          </a:p>
        </p:txBody>
      </p:sp>
      <p:sp>
        <p:nvSpPr>
          <p:cNvPr id="30" name="Footer Placeholder 4">
            <a:extLst>
              <a:ext uri="{FF2B5EF4-FFF2-40B4-BE49-F238E27FC236}">
                <a16:creationId xmlns:a16="http://schemas.microsoft.com/office/drawing/2014/main" id="{EBF9EA06-4719-838F-2B22-B8E0E58607B3}"/>
              </a:ext>
            </a:extLst>
          </p:cNvPr>
          <p:cNvSpPr txBox="1">
            <a:spLocks/>
          </p:cNvSpPr>
          <p:nvPr userDrawn="1"/>
        </p:nvSpPr>
        <p:spPr>
          <a:xfrm>
            <a:off x="3616036" y="6559909"/>
            <a:ext cx="4738255" cy="298091"/>
          </a:xfrm>
          <a:prstGeom prst="rect">
            <a:avLst/>
          </a:prstGeom>
        </p:spPr>
        <p:txBody>
          <a:bodyPr/>
          <a:lstStyle>
            <a:defPPr>
              <a:defRPr lang="en-US"/>
            </a:defPPr>
            <a:lvl1pPr marL="0" algn="l" defTabSz="914400" rtl="0" eaLnBrk="1" latinLnBrk="0" hangingPunct="1">
              <a:defRPr sz="18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400" dirty="0" err="1">
                <a:solidFill>
                  <a:schemeClr val="bg1"/>
                </a:solidFill>
              </a:rPr>
              <a:t>Dr.</a:t>
            </a:r>
            <a:r>
              <a:rPr lang="en-IN" sz="1400" dirty="0">
                <a:solidFill>
                  <a:schemeClr val="bg1"/>
                </a:solidFill>
              </a:rPr>
              <a:t> Vishwanath </a:t>
            </a:r>
            <a:r>
              <a:rPr lang="en-IN" sz="1400" dirty="0" err="1">
                <a:solidFill>
                  <a:schemeClr val="bg1"/>
                </a:solidFill>
              </a:rPr>
              <a:t>Karad</a:t>
            </a:r>
            <a:r>
              <a:rPr lang="en-IN" sz="1400" dirty="0">
                <a:solidFill>
                  <a:schemeClr val="bg1"/>
                </a:solidFill>
              </a:rPr>
              <a:t> MIT World Peace University, Pune</a:t>
            </a:r>
          </a:p>
        </p:txBody>
      </p:sp>
      <p:sp>
        <p:nvSpPr>
          <p:cNvPr id="31" name="Slide Number Placeholder 5">
            <a:extLst>
              <a:ext uri="{FF2B5EF4-FFF2-40B4-BE49-F238E27FC236}">
                <a16:creationId xmlns:a16="http://schemas.microsoft.com/office/drawing/2014/main" id="{28A49316-5361-CC20-82EE-29B85EEFE43B}"/>
              </a:ext>
            </a:extLst>
          </p:cNvPr>
          <p:cNvSpPr txBox="1">
            <a:spLocks/>
          </p:cNvSpPr>
          <p:nvPr userDrawn="1"/>
        </p:nvSpPr>
        <p:spPr>
          <a:xfrm>
            <a:off x="10957764" y="6533238"/>
            <a:ext cx="471069" cy="298091"/>
          </a:xfrm>
          <a:prstGeom prst="rect">
            <a:avLst/>
          </a:prstGeom>
        </p:spPr>
        <p:txBody>
          <a:bodyPr/>
          <a:lstStyle>
            <a:defPPr>
              <a:defRPr lang="en-US"/>
            </a:defPPr>
            <a:lvl1pPr marL="0" algn="l" defTabSz="914400" rtl="0" eaLnBrk="1" latinLnBrk="0" hangingPunct="1">
              <a:defRPr sz="18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B4087D-2D70-426D-9E8D-E21C33C7E538}" type="slidenum">
              <a:rPr lang="en-IN" sz="1400" smtClean="0">
                <a:solidFill>
                  <a:schemeClr val="bg1"/>
                </a:solidFill>
              </a:rPr>
              <a:pPr/>
              <a:t>‹#›</a:t>
            </a:fld>
            <a:endParaRPr lang="en-IN" sz="1400" dirty="0">
              <a:solidFill>
                <a:schemeClr val="bg1"/>
              </a:solidFill>
            </a:endParaRPr>
          </a:p>
        </p:txBody>
      </p:sp>
    </p:spTree>
    <p:extLst>
      <p:ext uri="{BB962C8B-B14F-4D97-AF65-F5344CB8AC3E}">
        <p14:creationId xmlns:p14="http://schemas.microsoft.com/office/powerpoint/2010/main" val="185373823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pic>
        <p:nvPicPr>
          <p:cNvPr id="1025" name="Picture 1" descr="Picture 19">
            <a:extLst>
              <a:ext uri="{FF2B5EF4-FFF2-40B4-BE49-F238E27FC236}">
                <a16:creationId xmlns:a16="http://schemas.microsoft.com/office/drawing/2014/main" id="{1D5F6592-B24F-C7D3-D1C9-B5AA244D0486}"/>
              </a:ext>
            </a:extLst>
          </p:cNvPr>
          <p:cNvPicPr>
            <a:picLocks noChangeAspect="1"/>
          </p:cNvPicPr>
          <p:nvPr/>
        </p:nvPicPr>
        <p:blipFill>
          <a:blip r:embed="rId13" cstate="print">
            <a:extLst>
              <a:ext uri="{28A0092B-C50C-407E-A947-70E740481C1C}">
                <a14:useLocalDpi xmlns:a14="http://schemas.microsoft.com/office/drawing/2010/main" val="0"/>
              </a:ext>
            </a:extLst>
          </a:blip>
          <a:srcRect r="34563" b="26570"/>
          <a:stretch>
            <a:fillRect/>
          </a:stretch>
        </p:blipFill>
        <p:spPr bwMode="auto">
          <a:xfrm>
            <a:off x="11089272" y="6330951"/>
            <a:ext cx="1112264"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6" name="Rectangle 2" descr="Rectangle 20">
            <a:extLst>
              <a:ext uri="{FF2B5EF4-FFF2-40B4-BE49-F238E27FC236}">
                <a16:creationId xmlns:a16="http://schemas.microsoft.com/office/drawing/2014/main" id="{E24EC27E-9A8E-6D9B-5504-4E346B87DEEF}"/>
              </a:ext>
            </a:extLst>
          </p:cNvPr>
          <p:cNvSpPr>
            <a:spLocks/>
          </p:cNvSpPr>
          <p:nvPr/>
        </p:nvSpPr>
        <p:spPr bwMode="auto">
          <a:xfrm>
            <a:off x="9534" y="6511925"/>
            <a:ext cx="11354626" cy="349250"/>
          </a:xfrm>
          <a:prstGeom prst="rect">
            <a:avLst/>
          </a:prstGeom>
          <a:solidFill>
            <a:srgbClr val="1F497D"/>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nchor="ctr"/>
          <a:lstStyle/>
          <a:p>
            <a:pPr algn="ctr"/>
            <a:endParaRPr lang="en-US" altLang="en-US" sz="1800">
              <a:solidFill>
                <a:srgbClr val="376092"/>
              </a:solidFill>
            </a:endParaRPr>
          </a:p>
        </p:txBody>
      </p:sp>
      <p:grpSp>
        <p:nvGrpSpPr>
          <p:cNvPr id="1027" name="Group 3">
            <a:extLst>
              <a:ext uri="{FF2B5EF4-FFF2-40B4-BE49-F238E27FC236}">
                <a16:creationId xmlns:a16="http://schemas.microsoft.com/office/drawing/2014/main" id="{CC56A60B-7BF5-85C3-FF45-85A8925CE072}"/>
              </a:ext>
            </a:extLst>
          </p:cNvPr>
          <p:cNvGrpSpPr>
            <a:grpSpLocks/>
          </p:cNvGrpSpPr>
          <p:nvPr/>
        </p:nvGrpSpPr>
        <p:grpSpPr bwMode="auto">
          <a:xfrm>
            <a:off x="0" y="7939"/>
            <a:ext cx="12203125" cy="395287"/>
            <a:chOff x="0" y="-1"/>
            <a:chExt cx="12192000" cy="395269"/>
          </a:xfrm>
        </p:grpSpPr>
        <p:sp>
          <p:nvSpPr>
            <p:cNvPr id="1028" name="Rectangle 4">
              <a:extLst>
                <a:ext uri="{FF2B5EF4-FFF2-40B4-BE49-F238E27FC236}">
                  <a16:creationId xmlns:a16="http://schemas.microsoft.com/office/drawing/2014/main" id="{0590D698-C662-8264-166F-E7CE0C8C69AD}"/>
                </a:ext>
              </a:extLst>
            </p:cNvPr>
            <p:cNvSpPr>
              <a:spLocks/>
            </p:cNvSpPr>
            <p:nvPr/>
          </p:nvSpPr>
          <p:spPr bwMode="auto">
            <a:xfrm>
              <a:off x="0" y="-1"/>
              <a:ext cx="12192000" cy="395269"/>
            </a:xfrm>
            <a:prstGeom prst="rect">
              <a:avLst/>
            </a:prstGeom>
            <a:solidFill>
              <a:srgbClr val="D0E5FC"/>
            </a:solidFill>
            <a:ln>
              <a:noFill/>
            </a:ln>
            <a:effectLst>
              <a:outerShdw blurRad="38100" dist="23000" dir="5400000" algn="ctr" rotWithShape="0">
                <a:srgbClr val="000000">
                  <a:alpha val="34999"/>
                </a:srgbClr>
              </a:outerShdw>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Lst>
          </p:spPr>
          <p:txBody>
            <a:bodyPr lIns="45720" rIns="45720" anchor="ctr"/>
            <a:lstStyle/>
            <a:p>
              <a:pPr algn="ctr"/>
              <a:endParaRPr lang="en-US" altLang="en-US" sz="1800">
                <a:solidFill>
                  <a:srgbClr val="FFFFFF"/>
                </a:solidFill>
              </a:endParaRPr>
            </a:p>
          </p:txBody>
        </p:sp>
        <p:sp>
          <p:nvSpPr>
            <p:cNvPr id="1029" name="Text Box 5">
              <a:extLst>
                <a:ext uri="{FF2B5EF4-FFF2-40B4-BE49-F238E27FC236}">
                  <a16:creationId xmlns:a16="http://schemas.microsoft.com/office/drawing/2014/main" id="{AFAF1C94-3EE0-55DB-F35C-CC2A8B5D5800}"/>
                </a:ext>
              </a:extLst>
            </p:cNvPr>
            <p:cNvSpPr txBox="1">
              <a:spLocks/>
            </p:cNvSpPr>
            <p:nvPr/>
          </p:nvSpPr>
          <p:spPr bwMode="auto">
            <a:xfrm>
              <a:off x="45719" y="12975"/>
              <a:ext cx="12100561" cy="369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nchor="ctr">
              <a:spAutoFit/>
            </a:bodyPr>
            <a:lstStyle/>
            <a:p>
              <a:pPr algn="ctr"/>
              <a:r>
                <a:rPr lang="en-US" altLang="en-US" sz="1800">
                  <a:solidFill>
                    <a:srgbClr val="376092"/>
                  </a:solidFill>
                </a:rPr>
                <a:t> </a:t>
              </a:r>
            </a:p>
          </p:txBody>
        </p:sp>
      </p:grpSp>
      <p:sp>
        <p:nvSpPr>
          <p:cNvPr id="1031" name="Rectangle 7" descr="Rectangle 23">
            <a:extLst>
              <a:ext uri="{FF2B5EF4-FFF2-40B4-BE49-F238E27FC236}">
                <a16:creationId xmlns:a16="http://schemas.microsoft.com/office/drawing/2014/main" id="{31C83816-32AF-7848-9907-0FC9042E65AC}"/>
              </a:ext>
            </a:extLst>
          </p:cNvPr>
          <p:cNvSpPr>
            <a:spLocks/>
          </p:cNvSpPr>
          <p:nvPr/>
        </p:nvSpPr>
        <p:spPr bwMode="auto">
          <a:xfrm flipV="1">
            <a:off x="-14300" y="6483350"/>
            <a:ext cx="11362571" cy="46038"/>
          </a:xfrm>
          <a:prstGeom prst="rect">
            <a:avLst/>
          </a:prstGeom>
          <a:solidFill>
            <a:srgbClr val="C6D9F1"/>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nchor="ctr"/>
          <a:lstStyle/>
          <a:p>
            <a:pPr algn="ctr"/>
            <a:endParaRPr lang="en-US" altLang="en-US" sz="1800">
              <a:solidFill>
                <a:srgbClr val="FFFFFF"/>
              </a:solidFill>
            </a:endParaRPr>
          </a:p>
        </p:txBody>
      </p:sp>
      <p:sp>
        <p:nvSpPr>
          <p:cNvPr id="1033" name="AutoShape 9" descr="Right Triangle 25">
            <a:extLst>
              <a:ext uri="{FF2B5EF4-FFF2-40B4-BE49-F238E27FC236}">
                <a16:creationId xmlns:a16="http://schemas.microsoft.com/office/drawing/2014/main" id="{89D851A2-A564-487F-FA06-225BB3C8561C}"/>
              </a:ext>
            </a:extLst>
          </p:cNvPr>
          <p:cNvSpPr>
            <a:spLocks/>
          </p:cNvSpPr>
          <p:nvPr/>
        </p:nvSpPr>
        <p:spPr bwMode="auto">
          <a:xfrm>
            <a:off x="11356215" y="6510339"/>
            <a:ext cx="456028" cy="35083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600"/>
                </a:moveTo>
                <a:lnTo>
                  <a:pt x="21600" y="21600"/>
                </a:lnTo>
                <a:lnTo>
                  <a:pt x="0" y="0"/>
                </a:lnTo>
                <a:close/>
              </a:path>
            </a:pathLst>
          </a:custGeom>
          <a:solidFill>
            <a:srgbClr val="1F497D"/>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nchor="ctr"/>
          <a:lstStyle/>
          <a:p>
            <a:pPr algn="ctr"/>
            <a:endParaRPr lang="en-US" altLang="en-US" sz="1800">
              <a:solidFill>
                <a:srgbClr val="FFFFFF"/>
              </a:solidFill>
            </a:endParaRPr>
          </a:p>
        </p:txBody>
      </p:sp>
      <p:sp>
        <p:nvSpPr>
          <p:cNvPr id="1035" name="Line 11" descr="Straight Connector 27">
            <a:extLst>
              <a:ext uri="{FF2B5EF4-FFF2-40B4-BE49-F238E27FC236}">
                <a16:creationId xmlns:a16="http://schemas.microsoft.com/office/drawing/2014/main" id="{3FFB4A28-84E9-4097-33FF-F20048413DC5}"/>
              </a:ext>
            </a:extLst>
          </p:cNvPr>
          <p:cNvSpPr>
            <a:spLocks noChangeShapeType="1"/>
          </p:cNvSpPr>
          <p:nvPr/>
        </p:nvSpPr>
        <p:spPr bwMode="auto">
          <a:xfrm>
            <a:off x="11333971" y="6502400"/>
            <a:ext cx="478273" cy="382588"/>
          </a:xfrm>
          <a:prstGeom prst="line">
            <a:avLst/>
          </a:prstGeom>
          <a:noFill/>
          <a:ln w="50800" cap="flat" cmpd="sng">
            <a:solidFill>
              <a:srgbClr val="C6D9F1"/>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lstStyle/>
          <a:p>
            <a:endParaRPr lang="en-US" altLang="en-US" sz="1800"/>
          </a:p>
        </p:txBody>
      </p:sp>
      <p:sp>
        <p:nvSpPr>
          <p:cNvPr id="1036" name="Text Box 12" descr="Date Placeholder 3">
            <a:extLst>
              <a:ext uri="{FF2B5EF4-FFF2-40B4-BE49-F238E27FC236}">
                <a16:creationId xmlns:a16="http://schemas.microsoft.com/office/drawing/2014/main" id="{71296F45-3B25-A8F8-3081-7E48CCC3B065}"/>
              </a:ext>
            </a:extLst>
          </p:cNvPr>
          <p:cNvSpPr txBox="1">
            <a:spLocks/>
          </p:cNvSpPr>
          <p:nvPr/>
        </p:nvSpPr>
        <p:spPr bwMode="auto">
          <a:xfrm>
            <a:off x="983560" y="6569076"/>
            <a:ext cx="2172092"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r>
              <a:rPr lang="en-US" altLang="en-US" sz="1400" dirty="0">
                <a:solidFill>
                  <a:srgbClr val="FFFFFF"/>
                </a:solidFill>
                <a:latin typeface="Arial" panose="020B0604020202020204" pitchFamily="34" charset="0"/>
                <a:cs typeface="Arial" panose="020B0604020202020204" pitchFamily="34" charset="0"/>
                <a:sym typeface="Arial" panose="020B0604020202020204" pitchFamily="34" charset="0"/>
              </a:rPr>
              <a:t>Team ID: 15</a:t>
            </a:r>
          </a:p>
        </p:txBody>
      </p:sp>
      <p:sp>
        <p:nvSpPr>
          <p:cNvPr id="1037" name="Text Box 13" descr="Footer Placeholder 4">
            <a:extLst>
              <a:ext uri="{FF2B5EF4-FFF2-40B4-BE49-F238E27FC236}">
                <a16:creationId xmlns:a16="http://schemas.microsoft.com/office/drawing/2014/main" id="{01ADC1DF-D285-C5B8-9BBD-A16482C5983D}"/>
              </a:ext>
            </a:extLst>
          </p:cNvPr>
          <p:cNvSpPr txBox="1">
            <a:spLocks/>
          </p:cNvSpPr>
          <p:nvPr/>
        </p:nvSpPr>
        <p:spPr bwMode="auto">
          <a:xfrm>
            <a:off x="3664116" y="6559551"/>
            <a:ext cx="4650853"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r>
              <a:rPr lang="en-US" altLang="en-US" sz="1400">
                <a:solidFill>
                  <a:srgbClr val="FFFFFF"/>
                </a:solidFill>
                <a:latin typeface="Arial" panose="020B0604020202020204" pitchFamily="34" charset="0"/>
                <a:cs typeface="Arial" panose="020B0604020202020204" pitchFamily="34" charset="0"/>
                <a:sym typeface="Arial" panose="020B0604020202020204" pitchFamily="34" charset="0"/>
              </a:rPr>
              <a:t>Dr. Vishwanath Karad MIT World Peace University, Pune</a:t>
            </a:r>
          </a:p>
        </p:txBody>
      </p:sp>
      <p:sp>
        <p:nvSpPr>
          <p:cNvPr id="1038" name="Rectangle 14">
            <a:extLst>
              <a:ext uri="{FF2B5EF4-FFF2-40B4-BE49-F238E27FC236}">
                <a16:creationId xmlns:a16="http://schemas.microsoft.com/office/drawing/2014/main" id="{2449B1C8-A4C6-4B63-86B3-8BFE98BD697B}"/>
              </a:ext>
            </a:extLst>
          </p:cNvPr>
          <p:cNvSpPr>
            <a:spLocks noGrp="1"/>
          </p:cNvSpPr>
          <p:nvPr>
            <p:ph type="sldNum" sz="quarter" idx="2"/>
          </p:nvPr>
        </p:nvSpPr>
        <p:spPr bwMode="auto">
          <a:xfrm>
            <a:off x="10966923" y="6532564"/>
            <a:ext cx="301900" cy="288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45720" tIns="45720" rIns="45720" bIns="45720" numCol="1" anchor="t" anchorCtr="0" compatLnSpc="1">
            <a:prstTxWarp prst="textNoShape">
              <a:avLst/>
            </a:prstTxWarp>
          </a:bodyPr>
          <a:lstStyle>
            <a:lvl1pPr>
              <a:defRPr sz="1400">
                <a:solidFill>
                  <a:srgbClr val="FFFFFF"/>
                </a:solidFill>
                <a:latin typeface="Arial" panose="020B0604020202020204" pitchFamily="34" charset="0"/>
                <a:cs typeface="Arial" panose="020B0604020202020204" pitchFamily="34" charset="0"/>
                <a:sym typeface="Arial" panose="020B0604020202020204" pitchFamily="34" charset="0"/>
              </a:defRPr>
            </a:lvl1pPr>
          </a:lstStyle>
          <a:p>
            <a:fld id="{9C5CA4CF-1942-4DBB-BEC7-0CC19146D860}" type="slidenum">
              <a:rPr lang="en-US" altLang="en-US"/>
              <a:pPr/>
              <a:t>‹#›</a:t>
            </a:fld>
            <a:endParaRPr lang="en-US" altLang="en-US"/>
          </a:p>
        </p:txBody>
      </p:sp>
      <p:sp>
        <p:nvSpPr>
          <p:cNvPr id="1040" name="Rectangle 16">
            <a:extLst>
              <a:ext uri="{FF2B5EF4-FFF2-40B4-BE49-F238E27FC236}">
                <a16:creationId xmlns:a16="http://schemas.microsoft.com/office/drawing/2014/main" id="{F9B183D4-2A28-24C5-9B24-502F387AE0B4}"/>
              </a:ext>
            </a:extLst>
          </p:cNvPr>
          <p:cNvSpPr>
            <a:spLocks noGrp="1"/>
          </p:cNvSpPr>
          <p:nvPr>
            <p:ph type="title"/>
          </p:nvPr>
        </p:nvSpPr>
        <p:spPr bwMode="auto">
          <a:xfrm>
            <a:off x="608568" y="274638"/>
            <a:ext cx="10982812"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45720" tIns="45720" rIns="45720" bIns="45720" numCol="1" anchor="t" anchorCtr="0" compatLnSpc="1">
            <a:prstTxWarp prst="textNoShape">
              <a:avLst/>
            </a:prstTxWarp>
          </a:bodyPr>
          <a:lstStyle/>
          <a:p>
            <a:pPr lvl="0"/>
            <a:r>
              <a:rPr lang="en-US" altLang="en-US">
                <a:sym typeface="Calibri" panose="020F0502020204030204" pitchFamily="34" charset="0"/>
              </a:rPr>
              <a:t>Click to edit Template title style</a:t>
            </a:r>
          </a:p>
        </p:txBody>
      </p:sp>
      <p:sp>
        <p:nvSpPr>
          <p:cNvPr id="1041" name="Rectangle 17">
            <a:extLst>
              <a:ext uri="{FF2B5EF4-FFF2-40B4-BE49-F238E27FC236}">
                <a16:creationId xmlns:a16="http://schemas.microsoft.com/office/drawing/2014/main" id="{E204946B-BF75-C532-BC08-6ADC94227500}"/>
              </a:ext>
            </a:extLst>
          </p:cNvPr>
          <p:cNvSpPr>
            <a:spLocks noGrp="1"/>
          </p:cNvSpPr>
          <p:nvPr>
            <p:ph type="body" idx="1"/>
          </p:nvPr>
        </p:nvSpPr>
        <p:spPr bwMode="auto">
          <a:xfrm>
            <a:off x="608568" y="1600201"/>
            <a:ext cx="10982812"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45720" tIns="45720" rIns="45720" bIns="45720" numCol="1" anchor="t" anchorCtr="0" compatLnSpc="1">
            <a:prstTxWarp prst="textNoShape">
              <a:avLst/>
            </a:prstTxWarp>
          </a:bodyPr>
          <a:lstStyle/>
          <a:p>
            <a:pPr lvl="0"/>
            <a:r>
              <a:rPr lang="en-US" altLang="en-US">
                <a:sym typeface="Calibri" panose="020F0502020204030204" pitchFamily="34" charset="0"/>
              </a:rPr>
              <a:t>Click to edit Template text styles</a:t>
            </a:r>
          </a:p>
          <a:p>
            <a:pPr lvl="1"/>
            <a:r>
              <a:rPr lang="en-US" altLang="en-US">
                <a:sym typeface="Calibri" panose="020F0502020204030204" pitchFamily="34" charset="0"/>
              </a:rPr>
              <a:t>Second level</a:t>
            </a:r>
          </a:p>
          <a:p>
            <a:pPr lvl="2"/>
            <a:r>
              <a:rPr lang="en-US" altLang="en-US">
                <a:sym typeface="Calibri" panose="020F0502020204030204" pitchFamily="34" charset="0"/>
              </a:rPr>
              <a:t>Third level</a:t>
            </a:r>
          </a:p>
          <a:p>
            <a:pPr lvl="3"/>
            <a:r>
              <a:rPr lang="en-US" altLang="en-US">
                <a:sym typeface="Calibri" panose="020F0502020204030204" pitchFamily="34" charset="0"/>
              </a:rPr>
              <a:t>Fourth level</a:t>
            </a:r>
          </a:p>
          <a:p>
            <a:pPr lvl="4"/>
            <a:r>
              <a:rPr lang="en-US" altLang="en-US">
                <a:sym typeface="Calibri" panose="020F0502020204030204" pitchFamily="34" charset="0"/>
              </a:rPr>
              <a:t>Fifth level</a:t>
            </a:r>
          </a:p>
        </p:txBody>
      </p:sp>
    </p:spTree>
    <p:extLst>
      <p:ext uri="{BB962C8B-B14F-4D97-AF65-F5344CB8AC3E}">
        <p14:creationId xmlns:p14="http://schemas.microsoft.com/office/powerpoint/2010/main" val="2012246481"/>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rtl="0" fontAlgn="base" hangingPunct="0">
        <a:spcBef>
          <a:spcPct val="0"/>
        </a:spcBef>
        <a:spcAft>
          <a:spcPct val="0"/>
        </a:spcAft>
        <a:defRPr sz="4400" kern="1200">
          <a:solidFill>
            <a:srgbClr val="000000"/>
          </a:solidFill>
          <a:latin typeface="+mj-lt"/>
          <a:ea typeface="+mj-ea"/>
          <a:cs typeface="+mj-cs"/>
          <a:sym typeface="Calibri" panose="020F0502020204030204" pitchFamily="34" charset="0"/>
        </a:defRPr>
      </a:lvl1pPr>
      <a:lvl2pPr algn="ctr" rtl="0" fontAlgn="base" hangingPunct="0">
        <a:spcBef>
          <a:spcPct val="0"/>
        </a:spcBef>
        <a:spcAft>
          <a:spcPct val="0"/>
        </a:spcAft>
        <a:defRPr sz="44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algn="ctr" rtl="0" fontAlgn="base" hangingPunct="0">
        <a:spcBef>
          <a:spcPct val="0"/>
        </a:spcBef>
        <a:spcAft>
          <a:spcPct val="0"/>
        </a:spcAft>
        <a:defRPr sz="44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algn="ctr" rtl="0" fontAlgn="base" hangingPunct="0">
        <a:spcBef>
          <a:spcPct val="0"/>
        </a:spcBef>
        <a:spcAft>
          <a:spcPct val="0"/>
        </a:spcAft>
        <a:defRPr sz="44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algn="ctr" rtl="0" fontAlgn="base" hangingPunct="0">
        <a:spcBef>
          <a:spcPct val="0"/>
        </a:spcBef>
        <a:spcAft>
          <a:spcPct val="0"/>
        </a:spcAft>
        <a:defRPr sz="44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457200" algn="ctr" rtl="0" fontAlgn="base" hangingPunct="0">
        <a:spcBef>
          <a:spcPct val="0"/>
        </a:spcBef>
        <a:spcAft>
          <a:spcPct val="0"/>
        </a:spcAft>
        <a:defRPr sz="44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914400" algn="ctr" rtl="0" fontAlgn="base" hangingPunct="0">
        <a:spcBef>
          <a:spcPct val="0"/>
        </a:spcBef>
        <a:spcAft>
          <a:spcPct val="0"/>
        </a:spcAft>
        <a:defRPr sz="44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1371600" algn="ctr" rtl="0" fontAlgn="base" hangingPunct="0">
        <a:spcBef>
          <a:spcPct val="0"/>
        </a:spcBef>
        <a:spcAft>
          <a:spcPct val="0"/>
        </a:spcAft>
        <a:defRPr sz="44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1828800" algn="ctr" rtl="0" fontAlgn="base" hangingPunct="0">
        <a:spcBef>
          <a:spcPct val="0"/>
        </a:spcBef>
        <a:spcAft>
          <a:spcPct val="0"/>
        </a:spcAft>
        <a:defRPr sz="4400">
          <a:solidFill>
            <a:srgbClr val="000000"/>
          </a:solidFill>
          <a:latin typeface="Calibri" panose="020F0502020204030204" pitchFamily="34" charset="0"/>
          <a:cs typeface="Calibri" panose="020F0502020204030204" pitchFamily="34" charset="0"/>
          <a:sym typeface="Calibri" panose="020F0502020204030204" pitchFamily="34" charset="0"/>
        </a:defRPr>
      </a:lvl9pPr>
    </p:titleStyle>
    <p:bodyStyle>
      <a:lvl1pPr marL="342900" indent="-342900" algn="l" rtl="0" fontAlgn="base" hangingPunct="0">
        <a:spcBef>
          <a:spcPts val="700"/>
        </a:spcBef>
        <a:spcAft>
          <a:spcPct val="0"/>
        </a:spcAft>
        <a:buSzPct val="100000"/>
        <a:buFont typeface="Arial" panose="020B0604020202020204" pitchFamily="34" charset="0"/>
        <a:buChar char="•"/>
        <a:defRPr sz="3200" kern="1200">
          <a:solidFill>
            <a:srgbClr val="000000"/>
          </a:solidFill>
          <a:latin typeface="+mn-lt"/>
          <a:ea typeface="+mn-ea"/>
          <a:cs typeface="+mn-cs"/>
          <a:sym typeface="Calibri" panose="020F0502020204030204" pitchFamily="34" charset="0"/>
        </a:defRPr>
      </a:lvl1pPr>
      <a:lvl2pPr marL="782638" indent="-325438" algn="l" rtl="0" fontAlgn="base" hangingPunct="0">
        <a:spcBef>
          <a:spcPts val="700"/>
        </a:spcBef>
        <a:spcAft>
          <a:spcPct val="0"/>
        </a:spcAft>
        <a:buSzPct val="100000"/>
        <a:buFont typeface="Arial" panose="020B0604020202020204" pitchFamily="34" charset="0"/>
        <a:buChar char="–"/>
        <a:defRPr sz="3200" kern="1200">
          <a:solidFill>
            <a:srgbClr val="000000"/>
          </a:solidFill>
          <a:latin typeface="+mn-lt"/>
          <a:ea typeface="+mn-ea"/>
          <a:cs typeface="+mn-cs"/>
          <a:sym typeface="Calibri" panose="020F0502020204030204" pitchFamily="34" charset="0"/>
        </a:defRPr>
      </a:lvl2pPr>
      <a:lvl3pPr marL="1219200" indent="-304800" algn="l" rtl="0" fontAlgn="base" hangingPunct="0">
        <a:spcBef>
          <a:spcPts val="700"/>
        </a:spcBef>
        <a:spcAft>
          <a:spcPct val="0"/>
        </a:spcAft>
        <a:buSzPct val="100000"/>
        <a:buFont typeface="Arial" panose="020B0604020202020204" pitchFamily="34" charset="0"/>
        <a:buChar char="•"/>
        <a:defRPr sz="3200" kern="1200">
          <a:solidFill>
            <a:srgbClr val="000000"/>
          </a:solidFill>
          <a:latin typeface="+mn-lt"/>
          <a:ea typeface="+mn-ea"/>
          <a:cs typeface="+mn-cs"/>
          <a:sym typeface="Calibri" panose="020F0502020204030204" pitchFamily="34" charset="0"/>
        </a:defRPr>
      </a:lvl3pPr>
      <a:lvl4pPr marL="1736725" indent="-365125" algn="l" rtl="0" fontAlgn="base" hangingPunct="0">
        <a:spcBef>
          <a:spcPts val="700"/>
        </a:spcBef>
        <a:spcAft>
          <a:spcPct val="0"/>
        </a:spcAft>
        <a:buSzPct val="100000"/>
        <a:buFont typeface="Arial" panose="020B0604020202020204" pitchFamily="34" charset="0"/>
        <a:buChar char="–"/>
        <a:defRPr sz="3200" kern="1200">
          <a:solidFill>
            <a:srgbClr val="000000"/>
          </a:solidFill>
          <a:latin typeface="+mn-lt"/>
          <a:ea typeface="+mn-ea"/>
          <a:cs typeface="+mn-cs"/>
          <a:sym typeface="Calibri" panose="020F0502020204030204" pitchFamily="34" charset="0"/>
        </a:defRPr>
      </a:lvl4pPr>
      <a:lvl5pPr marL="2193925" indent="-365125" algn="l" rtl="0" fontAlgn="base" hangingPunct="0">
        <a:spcBef>
          <a:spcPts val="700"/>
        </a:spcBef>
        <a:spcAft>
          <a:spcPct val="0"/>
        </a:spcAft>
        <a:buSzPct val="100000"/>
        <a:buFont typeface="Arial" panose="020B0604020202020204" pitchFamily="34" charset="0"/>
        <a:buChar char="»"/>
        <a:defRPr sz="3200" kern="1200">
          <a:solidFill>
            <a:srgbClr val="000000"/>
          </a:solidFill>
          <a:latin typeface="+mn-lt"/>
          <a:ea typeface="+mn-ea"/>
          <a:cs typeface="+mn-cs"/>
          <a:sym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9BE6188A-4BF2-29A1-C91F-F4B069C17714}"/>
              </a:ext>
            </a:extLst>
          </p:cNvPr>
          <p:cNvPicPr>
            <a:picLocks noChangeAspect="1"/>
          </p:cNvPicPr>
          <p:nvPr userDrawn="1"/>
        </p:nvPicPr>
        <p:blipFill rotWithShape="1">
          <a:blip r:embed="rId13" cstate="print">
            <a:duotone>
              <a:schemeClr val="accent1">
                <a:shade val="45000"/>
                <a:satMod val="135000"/>
              </a:schemeClr>
              <a:prstClr val="white"/>
            </a:duotone>
            <a:extLst>
              <a:ext uri="{28A0092B-C50C-407E-A947-70E740481C1C}">
                <a14:useLocalDpi xmlns:a14="http://schemas.microsoft.com/office/drawing/2010/main" val="0"/>
              </a:ext>
            </a:extLst>
          </a:blip>
          <a:srcRect r="34563" b="26571"/>
          <a:stretch/>
        </p:blipFill>
        <p:spPr>
          <a:xfrm>
            <a:off x="11079762" y="6331147"/>
            <a:ext cx="1111869" cy="531377"/>
          </a:xfrm>
          <a:prstGeom prst="rect">
            <a:avLst/>
          </a:prstGeom>
        </p:spPr>
      </p:pic>
      <p:sp>
        <p:nvSpPr>
          <p:cNvPr id="21" name="Rectangle 20">
            <a:extLst>
              <a:ext uri="{FF2B5EF4-FFF2-40B4-BE49-F238E27FC236}">
                <a16:creationId xmlns:a16="http://schemas.microsoft.com/office/drawing/2014/main" id="{E7F97D76-0C0D-FB3B-D630-19387A60002E}"/>
              </a:ext>
            </a:extLst>
          </p:cNvPr>
          <p:cNvSpPr/>
          <p:nvPr userDrawn="1"/>
        </p:nvSpPr>
        <p:spPr>
          <a:xfrm>
            <a:off x="10582" y="6512357"/>
            <a:ext cx="11343218" cy="3491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75000"/>
                </a:schemeClr>
              </a:solidFill>
            </a:endParaRPr>
          </a:p>
        </p:txBody>
      </p:sp>
      <p:sp>
        <p:nvSpPr>
          <p:cNvPr id="22" name="Rectangle 21">
            <a:extLst>
              <a:ext uri="{FF2B5EF4-FFF2-40B4-BE49-F238E27FC236}">
                <a16:creationId xmlns:a16="http://schemas.microsoft.com/office/drawing/2014/main" id="{50EEE0E2-6AE5-BF83-8BFA-A71B274D8F66}"/>
              </a:ext>
            </a:extLst>
          </p:cNvPr>
          <p:cNvSpPr/>
          <p:nvPr userDrawn="1"/>
        </p:nvSpPr>
        <p:spPr>
          <a:xfrm>
            <a:off x="0" y="9397"/>
            <a:ext cx="12192000" cy="395267"/>
          </a:xfrm>
          <a:prstGeom prst="rect">
            <a:avLst/>
          </a:prstGeom>
          <a:solidFill>
            <a:srgbClr val="D0E5FC"/>
          </a:solidFill>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solidFill>
                  <a:schemeClr val="accent1">
                    <a:lumMod val="75000"/>
                  </a:schemeClr>
                </a:solidFill>
              </a:rPr>
              <a:t> </a:t>
            </a:r>
          </a:p>
        </p:txBody>
      </p:sp>
      <p:sp>
        <p:nvSpPr>
          <p:cNvPr id="24" name="Rectangle 23">
            <a:extLst>
              <a:ext uri="{FF2B5EF4-FFF2-40B4-BE49-F238E27FC236}">
                <a16:creationId xmlns:a16="http://schemas.microsoft.com/office/drawing/2014/main" id="{0DB9ED7B-79F3-301F-362F-472862B0F422}"/>
              </a:ext>
            </a:extLst>
          </p:cNvPr>
          <p:cNvSpPr/>
          <p:nvPr userDrawn="1"/>
        </p:nvSpPr>
        <p:spPr>
          <a:xfrm flipV="1">
            <a:off x="-14639" y="6483833"/>
            <a:ext cx="11353080" cy="45719"/>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Triangle 25">
            <a:extLst>
              <a:ext uri="{FF2B5EF4-FFF2-40B4-BE49-F238E27FC236}">
                <a16:creationId xmlns:a16="http://schemas.microsoft.com/office/drawing/2014/main" id="{0D891651-919A-21FD-3CB2-F6E0D668EAF6}"/>
              </a:ext>
            </a:extLst>
          </p:cNvPr>
          <p:cNvSpPr/>
          <p:nvPr userDrawn="1"/>
        </p:nvSpPr>
        <p:spPr>
          <a:xfrm>
            <a:off x="11346813" y="6510487"/>
            <a:ext cx="455613" cy="352038"/>
          </a:xfrm>
          <a:prstGeom prst="rtTriangle">
            <a:avLst/>
          </a:prstGeom>
          <a:solidFill>
            <a:srgbClr val="1F497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28" name="Straight Connector 27">
            <a:extLst>
              <a:ext uri="{FF2B5EF4-FFF2-40B4-BE49-F238E27FC236}">
                <a16:creationId xmlns:a16="http://schemas.microsoft.com/office/drawing/2014/main" id="{9CE9C596-AD6C-FD3C-4DCE-E0296AD5D21E}"/>
              </a:ext>
            </a:extLst>
          </p:cNvPr>
          <p:cNvCxnSpPr>
            <a:cxnSpLocks/>
          </p:cNvCxnSpPr>
          <p:nvPr userDrawn="1"/>
        </p:nvCxnSpPr>
        <p:spPr>
          <a:xfrm>
            <a:off x="11323638" y="6503584"/>
            <a:ext cx="478788" cy="381800"/>
          </a:xfrm>
          <a:prstGeom prst="line">
            <a:avLst/>
          </a:prstGeom>
          <a:ln w="50800">
            <a:solidFill>
              <a:srgbClr val="C6D9F1"/>
            </a:solidFill>
          </a:ln>
        </p:spPr>
        <p:style>
          <a:lnRef idx="1">
            <a:schemeClr val="accent1"/>
          </a:lnRef>
          <a:fillRef idx="0">
            <a:schemeClr val="accent1"/>
          </a:fillRef>
          <a:effectRef idx="0">
            <a:schemeClr val="accent1"/>
          </a:effectRef>
          <a:fontRef idx="minor">
            <a:schemeClr val="tx1"/>
          </a:fontRef>
        </p:style>
      </p:cxnSp>
      <p:sp>
        <p:nvSpPr>
          <p:cNvPr id="29" name="Date Placeholder 3">
            <a:extLst>
              <a:ext uri="{FF2B5EF4-FFF2-40B4-BE49-F238E27FC236}">
                <a16:creationId xmlns:a16="http://schemas.microsoft.com/office/drawing/2014/main" id="{4DF3350F-E1FC-58BD-49C0-893F9DF35CBD}"/>
              </a:ext>
            </a:extLst>
          </p:cNvPr>
          <p:cNvSpPr txBox="1">
            <a:spLocks/>
          </p:cNvSpPr>
          <p:nvPr userDrawn="1"/>
        </p:nvSpPr>
        <p:spPr>
          <a:xfrm>
            <a:off x="937794" y="6569522"/>
            <a:ext cx="2262046" cy="298091"/>
          </a:xfrm>
          <a:prstGeom prst="rect">
            <a:avLst/>
          </a:prstGeom>
        </p:spPr>
        <p:txBody>
          <a:bodyPr/>
          <a:lstStyle>
            <a:defPPr>
              <a:defRPr lang="en-US"/>
            </a:defPPr>
            <a:lvl1pPr marL="0" algn="l" defTabSz="914400" rtl="0" eaLnBrk="1" latinLnBrk="0" hangingPunct="1">
              <a:defRPr sz="18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solidFill>
                  <a:schemeClr val="bg1"/>
                </a:solidFill>
              </a:rPr>
              <a:t>Team ID: 15</a:t>
            </a:r>
            <a:endParaRPr lang="en-IN" sz="1400" dirty="0">
              <a:solidFill>
                <a:schemeClr val="bg1"/>
              </a:solidFill>
            </a:endParaRPr>
          </a:p>
        </p:txBody>
      </p:sp>
      <p:sp>
        <p:nvSpPr>
          <p:cNvPr id="30" name="Footer Placeholder 4">
            <a:extLst>
              <a:ext uri="{FF2B5EF4-FFF2-40B4-BE49-F238E27FC236}">
                <a16:creationId xmlns:a16="http://schemas.microsoft.com/office/drawing/2014/main" id="{EBF9EA06-4719-838F-2B22-B8E0E58607B3}"/>
              </a:ext>
            </a:extLst>
          </p:cNvPr>
          <p:cNvSpPr txBox="1">
            <a:spLocks/>
          </p:cNvSpPr>
          <p:nvPr userDrawn="1"/>
        </p:nvSpPr>
        <p:spPr>
          <a:xfrm>
            <a:off x="3616036" y="6559909"/>
            <a:ext cx="4738255" cy="298091"/>
          </a:xfrm>
          <a:prstGeom prst="rect">
            <a:avLst/>
          </a:prstGeom>
        </p:spPr>
        <p:txBody>
          <a:bodyPr/>
          <a:lstStyle>
            <a:defPPr>
              <a:defRPr lang="en-US"/>
            </a:defPPr>
            <a:lvl1pPr marL="0" algn="l" defTabSz="914400" rtl="0" eaLnBrk="1" latinLnBrk="0" hangingPunct="1">
              <a:defRPr sz="18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400" dirty="0" err="1">
                <a:solidFill>
                  <a:schemeClr val="bg1"/>
                </a:solidFill>
              </a:rPr>
              <a:t>Dr.</a:t>
            </a:r>
            <a:r>
              <a:rPr lang="en-IN" sz="1400" dirty="0">
                <a:solidFill>
                  <a:schemeClr val="bg1"/>
                </a:solidFill>
              </a:rPr>
              <a:t> Vishwanath </a:t>
            </a:r>
            <a:r>
              <a:rPr lang="en-IN" sz="1400" dirty="0" err="1">
                <a:solidFill>
                  <a:schemeClr val="bg1"/>
                </a:solidFill>
              </a:rPr>
              <a:t>Karad</a:t>
            </a:r>
            <a:r>
              <a:rPr lang="en-IN" sz="1400" dirty="0">
                <a:solidFill>
                  <a:schemeClr val="bg1"/>
                </a:solidFill>
              </a:rPr>
              <a:t> MIT World Peace University, Pune</a:t>
            </a:r>
          </a:p>
        </p:txBody>
      </p:sp>
      <p:sp>
        <p:nvSpPr>
          <p:cNvPr id="31" name="Slide Number Placeholder 5">
            <a:extLst>
              <a:ext uri="{FF2B5EF4-FFF2-40B4-BE49-F238E27FC236}">
                <a16:creationId xmlns:a16="http://schemas.microsoft.com/office/drawing/2014/main" id="{28A49316-5361-CC20-82EE-29B85EEFE43B}"/>
              </a:ext>
            </a:extLst>
          </p:cNvPr>
          <p:cNvSpPr txBox="1">
            <a:spLocks/>
          </p:cNvSpPr>
          <p:nvPr userDrawn="1"/>
        </p:nvSpPr>
        <p:spPr>
          <a:xfrm>
            <a:off x="10957764" y="6533238"/>
            <a:ext cx="471069" cy="298091"/>
          </a:xfrm>
          <a:prstGeom prst="rect">
            <a:avLst/>
          </a:prstGeom>
        </p:spPr>
        <p:txBody>
          <a:bodyPr/>
          <a:lstStyle>
            <a:defPPr>
              <a:defRPr lang="en-US"/>
            </a:defPPr>
            <a:lvl1pPr marL="0" algn="l" defTabSz="914400" rtl="0" eaLnBrk="1" latinLnBrk="0" hangingPunct="1">
              <a:defRPr sz="18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B4087D-2D70-426D-9E8D-E21C33C7E538}" type="slidenum">
              <a:rPr lang="en-IN" sz="1400" smtClean="0">
                <a:solidFill>
                  <a:schemeClr val="bg1"/>
                </a:solidFill>
              </a:rPr>
              <a:pPr/>
              <a:t>‹#›</a:t>
            </a:fld>
            <a:endParaRPr lang="en-IN" sz="1400" dirty="0">
              <a:solidFill>
                <a:schemeClr val="bg1"/>
              </a:solidFill>
            </a:endParaRPr>
          </a:p>
        </p:txBody>
      </p:sp>
    </p:spTree>
    <p:extLst>
      <p:ext uri="{BB962C8B-B14F-4D97-AF65-F5344CB8AC3E}">
        <p14:creationId xmlns:p14="http://schemas.microsoft.com/office/powerpoint/2010/main" val="2449994897"/>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4.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35.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AutoShape 2" descr="Global web icon">
            <a:extLst>
              <a:ext uri="{FF2B5EF4-FFF2-40B4-BE49-F238E27FC236}">
                <a16:creationId xmlns:a16="http://schemas.microsoft.com/office/drawing/2014/main" id="{233C8535-8FDB-5B0E-2EB7-4A2B9F70F76D}"/>
              </a:ext>
            </a:extLst>
          </p:cNvPr>
          <p:cNvSpPr>
            <a:spLocks noChangeAspect="1" noChangeArrowheads="1"/>
          </p:cNvSpPr>
          <p:nvPr/>
        </p:nvSpPr>
        <p:spPr bwMode="auto">
          <a:xfrm>
            <a:off x="881951" y="117767"/>
            <a:ext cx="1361724" cy="13619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solidFill>
                <a:prstClr val="black"/>
              </a:solidFill>
              <a:ea typeface="Calibri" panose="020F0502020204030204" pitchFamily="34" charset="0"/>
              <a:cs typeface="Calibri" panose="020F0502020204030204" pitchFamily="34" charset="0"/>
            </a:endParaRPr>
          </a:p>
        </p:txBody>
      </p:sp>
      <p:sp>
        <p:nvSpPr>
          <p:cNvPr id="38" name="AutoShape 2">
            <a:extLst>
              <a:ext uri="{FF2B5EF4-FFF2-40B4-BE49-F238E27FC236}">
                <a16:creationId xmlns:a16="http://schemas.microsoft.com/office/drawing/2014/main" id="{D89A83CD-CB45-B162-7F20-BC32D8F9FBE0}"/>
              </a:ext>
            </a:extLst>
          </p:cNvPr>
          <p:cNvSpPr>
            <a:spLocks noChangeAspect="1" noChangeArrowheads="1"/>
          </p:cNvSpPr>
          <p:nvPr/>
        </p:nvSpPr>
        <p:spPr bwMode="auto">
          <a:xfrm>
            <a:off x="5943621" y="3276600"/>
            <a:ext cx="30476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solidFill>
                <a:prstClr val="black"/>
              </a:solidFill>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27184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Rectangle 69">
            <a:extLst>
              <a:ext uri="{FF2B5EF4-FFF2-40B4-BE49-F238E27FC236}">
                <a16:creationId xmlns:a16="http://schemas.microsoft.com/office/drawing/2014/main" id="{A1BFFDBA-6DC2-D821-BB93-4450A02B3C8C}"/>
              </a:ext>
            </a:extLst>
          </p:cNvPr>
          <p:cNvSpPr/>
          <p:nvPr/>
        </p:nvSpPr>
        <p:spPr>
          <a:xfrm>
            <a:off x="-10685" y="430116"/>
            <a:ext cx="12201098" cy="47685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Title 1">
            <a:extLst>
              <a:ext uri="{FF2B5EF4-FFF2-40B4-BE49-F238E27FC236}">
                <a16:creationId xmlns:a16="http://schemas.microsoft.com/office/drawing/2014/main" id="{B770B578-412B-57B0-1FD1-56100465511F}"/>
              </a:ext>
            </a:extLst>
          </p:cNvPr>
          <p:cNvSpPr txBox="1">
            <a:spLocks/>
          </p:cNvSpPr>
          <p:nvPr/>
        </p:nvSpPr>
        <p:spPr>
          <a:xfrm>
            <a:off x="786176" y="-86708"/>
            <a:ext cx="10514231" cy="6858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500" b="1" i="0" u="none" strike="noStrike" kern="1200" cap="none" spc="0" normalizeH="0" baseline="0" noProof="0">
                <a:ln>
                  <a:noFill/>
                </a:ln>
                <a:solidFill>
                  <a:sysClr val="windowText" lastClr="000000"/>
                </a:solidFill>
                <a:effectLst/>
                <a:uLnTx/>
                <a:uFillTx/>
                <a:latin typeface="Calibri" panose="020F0502020204030204"/>
                <a:ea typeface="+mj-ea"/>
                <a:cs typeface="+mj-cs"/>
              </a:rPr>
              <a:t>Throttle </a:t>
            </a:r>
            <a:r>
              <a:rPr lang="en-US" sz="2500" b="1">
                <a:solidFill>
                  <a:sysClr val="windowText" lastClr="000000"/>
                </a:solidFill>
                <a:latin typeface="Calibri" panose="020F0502020204030204"/>
              </a:rPr>
              <a:t>By Wire</a:t>
            </a:r>
            <a:endParaRPr kumimoji="0" lang="en-US" sz="2500" b="1" i="0" u="none" strike="noStrike" kern="1200" cap="none" spc="0" normalizeH="0" baseline="0" noProof="0" dirty="0">
              <a:ln>
                <a:noFill/>
              </a:ln>
              <a:solidFill>
                <a:sysClr val="windowText" lastClr="000000"/>
              </a:solidFill>
              <a:effectLst/>
              <a:uLnTx/>
              <a:uFillTx/>
              <a:latin typeface="Calibri" panose="020F0502020204030204"/>
              <a:ea typeface="+mj-ea"/>
              <a:cs typeface="+mj-cs"/>
            </a:endParaRPr>
          </a:p>
        </p:txBody>
      </p:sp>
      <p:sp>
        <p:nvSpPr>
          <p:cNvPr id="114" name="TextBox 113">
            <a:extLst>
              <a:ext uri="{FF2B5EF4-FFF2-40B4-BE49-F238E27FC236}">
                <a16:creationId xmlns:a16="http://schemas.microsoft.com/office/drawing/2014/main" id="{CA46C81D-CFCE-4EC7-8EAA-A9B3E2D6E121}"/>
              </a:ext>
            </a:extLst>
          </p:cNvPr>
          <p:cNvSpPr txBox="1"/>
          <p:nvPr/>
        </p:nvSpPr>
        <p:spPr>
          <a:xfrm>
            <a:off x="0" y="395599"/>
            <a:ext cx="12359902" cy="584775"/>
          </a:xfrm>
          <a:prstGeom prst="rect">
            <a:avLst/>
          </a:prstGeom>
          <a:noFill/>
        </p:spPr>
        <p:txBody>
          <a:bodyPr wrap="square">
            <a:spAutoFit/>
          </a:bodyPr>
          <a:lstStyle/>
          <a:p>
            <a:r>
              <a:rPr lang="en-US" sz="1600" b="1" dirty="0">
                <a:solidFill>
                  <a:schemeClr val="bg2"/>
                </a:solidFill>
              </a:rPr>
              <a:t>Our throttle-by-wire system introduces autonomy through a supervisory controller while preserving full manual control, ensuring safe torque arbitration and immediate fallback in any fault condition.</a:t>
            </a:r>
          </a:p>
        </p:txBody>
      </p:sp>
      <p:pic>
        <p:nvPicPr>
          <p:cNvPr id="5" name="Picture 4">
            <a:extLst>
              <a:ext uri="{FF2B5EF4-FFF2-40B4-BE49-F238E27FC236}">
                <a16:creationId xmlns:a16="http://schemas.microsoft.com/office/drawing/2014/main" id="{6DC0E36F-F1B8-40A7-B1B3-904B9D2820AC}"/>
              </a:ext>
            </a:extLst>
          </p:cNvPr>
          <p:cNvPicPr>
            <a:picLocks noChangeAspect="1"/>
          </p:cNvPicPr>
          <p:nvPr/>
        </p:nvPicPr>
        <p:blipFill>
          <a:blip r:embed="rId3"/>
          <a:stretch>
            <a:fillRect/>
          </a:stretch>
        </p:blipFill>
        <p:spPr>
          <a:xfrm>
            <a:off x="1" y="1274683"/>
            <a:ext cx="4030776" cy="3071573"/>
          </a:xfrm>
          <a:prstGeom prst="rect">
            <a:avLst/>
          </a:prstGeom>
        </p:spPr>
      </p:pic>
      <p:sp>
        <p:nvSpPr>
          <p:cNvPr id="6" name="TextBox 5">
            <a:extLst>
              <a:ext uri="{FF2B5EF4-FFF2-40B4-BE49-F238E27FC236}">
                <a16:creationId xmlns:a16="http://schemas.microsoft.com/office/drawing/2014/main" id="{63F5CC1E-D926-44ED-B23A-D68A7705BFDC}"/>
              </a:ext>
            </a:extLst>
          </p:cNvPr>
          <p:cNvSpPr txBox="1"/>
          <p:nvPr/>
        </p:nvSpPr>
        <p:spPr>
          <a:xfrm>
            <a:off x="1" y="916424"/>
            <a:ext cx="4064448" cy="369332"/>
          </a:xfrm>
          <a:prstGeom prst="rect">
            <a:avLst/>
          </a:prstGeom>
          <a:solidFill>
            <a:schemeClr val="accent1"/>
          </a:solidFill>
        </p:spPr>
        <p:txBody>
          <a:bodyPr wrap="square" rtlCol="0">
            <a:spAutoFit/>
          </a:bodyPr>
          <a:lstStyle/>
          <a:p>
            <a:pPr algn="ctr"/>
            <a:r>
              <a:rPr lang="en-US" b="1" dirty="0">
                <a:solidFill>
                  <a:schemeClr val="bg1"/>
                </a:solidFill>
              </a:rPr>
              <a:t>Throttle By Wire Architecture</a:t>
            </a:r>
          </a:p>
        </p:txBody>
      </p:sp>
      <p:sp>
        <p:nvSpPr>
          <p:cNvPr id="115" name="TextBox 114">
            <a:extLst>
              <a:ext uri="{FF2B5EF4-FFF2-40B4-BE49-F238E27FC236}">
                <a16:creationId xmlns:a16="http://schemas.microsoft.com/office/drawing/2014/main" id="{072EC5CF-EE81-46BA-BEB8-920825767B27}"/>
              </a:ext>
            </a:extLst>
          </p:cNvPr>
          <p:cNvSpPr txBox="1"/>
          <p:nvPr/>
        </p:nvSpPr>
        <p:spPr>
          <a:xfrm>
            <a:off x="4064448" y="911939"/>
            <a:ext cx="8125965" cy="369332"/>
          </a:xfrm>
          <a:prstGeom prst="rect">
            <a:avLst/>
          </a:prstGeom>
          <a:solidFill>
            <a:schemeClr val="accent1"/>
          </a:solidFill>
        </p:spPr>
        <p:txBody>
          <a:bodyPr wrap="square">
            <a:spAutoFit/>
          </a:bodyPr>
          <a:lstStyle/>
          <a:p>
            <a:pPr algn="ctr"/>
            <a:r>
              <a:rPr lang="en-US" b="1" dirty="0">
                <a:solidFill>
                  <a:schemeClr val="bg1"/>
                </a:solidFill>
              </a:rPr>
              <a:t>Mode &amp; Switch Logic </a:t>
            </a:r>
          </a:p>
        </p:txBody>
      </p:sp>
      <p:sp>
        <p:nvSpPr>
          <p:cNvPr id="14" name="Rectangle 13">
            <a:extLst>
              <a:ext uri="{FF2B5EF4-FFF2-40B4-BE49-F238E27FC236}">
                <a16:creationId xmlns:a16="http://schemas.microsoft.com/office/drawing/2014/main" id="{FCF7ACBE-1047-4CD3-A527-8A72E272CCA9}"/>
              </a:ext>
            </a:extLst>
          </p:cNvPr>
          <p:cNvSpPr/>
          <p:nvPr/>
        </p:nvSpPr>
        <p:spPr>
          <a:xfrm>
            <a:off x="4064449" y="907012"/>
            <a:ext cx="8125964" cy="343800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00FBBB04-53D7-4935-9683-7DA510A3F09C}"/>
              </a:ext>
            </a:extLst>
          </p:cNvPr>
          <p:cNvSpPr/>
          <p:nvPr/>
        </p:nvSpPr>
        <p:spPr>
          <a:xfrm>
            <a:off x="0" y="908254"/>
            <a:ext cx="4064449" cy="343800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D759EE8-FA81-4FC4-81E7-0D9C9AD7D036}"/>
              </a:ext>
            </a:extLst>
          </p:cNvPr>
          <p:cNvSpPr txBox="1"/>
          <p:nvPr/>
        </p:nvSpPr>
        <p:spPr>
          <a:xfrm>
            <a:off x="8093818" y="4354442"/>
            <a:ext cx="4096595" cy="369332"/>
          </a:xfrm>
          <a:prstGeom prst="rect">
            <a:avLst/>
          </a:prstGeom>
          <a:solidFill>
            <a:schemeClr val="accent1"/>
          </a:solidFill>
        </p:spPr>
        <p:txBody>
          <a:bodyPr wrap="square" rtlCol="0">
            <a:spAutoFit/>
          </a:bodyPr>
          <a:lstStyle/>
          <a:p>
            <a:pPr algn="ctr"/>
            <a:r>
              <a:rPr lang="en-US" b="1" dirty="0">
                <a:solidFill>
                  <a:schemeClr val="bg1"/>
                </a:solidFill>
              </a:rPr>
              <a:t>Control</a:t>
            </a:r>
            <a:r>
              <a:rPr lang="en-US" b="1" dirty="0">
                <a:solidFill>
                  <a:schemeClr val="bg2"/>
                </a:solidFill>
              </a:rPr>
              <a:t> Flow</a:t>
            </a:r>
          </a:p>
        </p:txBody>
      </p:sp>
      <p:sp>
        <p:nvSpPr>
          <p:cNvPr id="119" name="Rectangle 118">
            <a:extLst>
              <a:ext uri="{FF2B5EF4-FFF2-40B4-BE49-F238E27FC236}">
                <a16:creationId xmlns:a16="http://schemas.microsoft.com/office/drawing/2014/main" id="{9371BDD1-4471-43E0-9D47-815A70A91E02}"/>
              </a:ext>
            </a:extLst>
          </p:cNvPr>
          <p:cNvSpPr/>
          <p:nvPr/>
        </p:nvSpPr>
        <p:spPr>
          <a:xfrm>
            <a:off x="8093819" y="4345016"/>
            <a:ext cx="4096594" cy="212387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7D59AD26-E781-44FA-9D76-2F22497A4B06}"/>
              </a:ext>
            </a:extLst>
          </p:cNvPr>
          <p:cNvSpPr txBox="1"/>
          <p:nvPr/>
        </p:nvSpPr>
        <p:spPr>
          <a:xfrm>
            <a:off x="130424" y="5150932"/>
            <a:ext cx="3910950" cy="73866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APS reading: </a:t>
            </a:r>
            <a:r>
              <a:rPr kumimoji="0" lang="en-US" altLang="en-US" sz="1400" b="1" i="0" u="none" strike="noStrike" cap="none" normalizeH="0" baseline="0" dirty="0">
                <a:ln>
                  <a:noFill/>
                </a:ln>
                <a:solidFill>
                  <a:schemeClr val="tx1"/>
                </a:solidFill>
                <a:effectLst/>
                <a:latin typeface="Arial" panose="020B0604020202020204" pitchFamily="34" charset="0"/>
              </a:rPr>
              <a:t>100–200 Hz</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Torque command to inverter: </a:t>
            </a:r>
            <a:r>
              <a:rPr kumimoji="0" lang="en-US" altLang="en-US" sz="1400" b="1" i="0" u="none" strike="noStrike" cap="none" normalizeH="0" baseline="0" dirty="0">
                <a:ln>
                  <a:noFill/>
                </a:ln>
                <a:solidFill>
                  <a:schemeClr val="tx1"/>
                </a:solidFill>
                <a:effectLst/>
                <a:latin typeface="Arial" panose="020B0604020202020204" pitchFamily="34" charset="0"/>
              </a:rPr>
              <a:t>50–100 Hz</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Autonomy → supervisor command: </a:t>
            </a:r>
            <a:r>
              <a:rPr kumimoji="0" lang="en-US" altLang="en-US" sz="1400" b="1" i="0" u="none" strike="noStrike" cap="none" normalizeH="0" baseline="0" dirty="0">
                <a:ln>
                  <a:noFill/>
                </a:ln>
                <a:solidFill>
                  <a:schemeClr val="tx1"/>
                </a:solidFill>
                <a:effectLst/>
                <a:latin typeface="Arial" panose="020B0604020202020204" pitchFamily="34" charset="0"/>
              </a:rPr>
              <a:t>20–50 Hz</a:t>
            </a:r>
            <a:endParaRPr lang="en-US" sz="1400" dirty="0"/>
          </a:p>
        </p:txBody>
      </p:sp>
      <p:sp>
        <p:nvSpPr>
          <p:cNvPr id="34" name="TextBox 33">
            <a:extLst>
              <a:ext uri="{FF2B5EF4-FFF2-40B4-BE49-F238E27FC236}">
                <a16:creationId xmlns:a16="http://schemas.microsoft.com/office/drawing/2014/main" id="{A825C347-A34B-4B81-98CB-B00054DC250C}"/>
              </a:ext>
            </a:extLst>
          </p:cNvPr>
          <p:cNvSpPr txBox="1"/>
          <p:nvPr/>
        </p:nvSpPr>
        <p:spPr>
          <a:xfrm>
            <a:off x="1" y="4347499"/>
            <a:ext cx="4064448" cy="369332"/>
          </a:xfrm>
          <a:prstGeom prst="rect">
            <a:avLst/>
          </a:prstGeom>
          <a:solidFill>
            <a:schemeClr val="accent1"/>
          </a:solidFill>
        </p:spPr>
        <p:txBody>
          <a:bodyPr wrap="square" rtlCol="0">
            <a:spAutoFit/>
          </a:bodyPr>
          <a:lstStyle/>
          <a:p>
            <a:pPr algn="ctr"/>
            <a:r>
              <a:rPr lang="en-US" b="1" dirty="0">
                <a:solidFill>
                  <a:schemeClr val="bg1"/>
                </a:solidFill>
              </a:rPr>
              <a:t>Communication Frequency</a:t>
            </a:r>
          </a:p>
        </p:txBody>
      </p:sp>
      <p:sp>
        <p:nvSpPr>
          <p:cNvPr id="121" name="Rectangle 120">
            <a:extLst>
              <a:ext uri="{FF2B5EF4-FFF2-40B4-BE49-F238E27FC236}">
                <a16:creationId xmlns:a16="http://schemas.microsoft.com/office/drawing/2014/main" id="{B23A278A-97A7-4C8A-ADB5-74DF68FB606C}"/>
              </a:ext>
            </a:extLst>
          </p:cNvPr>
          <p:cNvSpPr/>
          <p:nvPr/>
        </p:nvSpPr>
        <p:spPr>
          <a:xfrm>
            <a:off x="-10685" y="4345014"/>
            <a:ext cx="4075133" cy="212387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rrow: Pentagon 2">
            <a:extLst>
              <a:ext uri="{FF2B5EF4-FFF2-40B4-BE49-F238E27FC236}">
                <a16:creationId xmlns:a16="http://schemas.microsoft.com/office/drawing/2014/main" id="{B3B431F8-A5DA-EA47-0072-7FC61EB90BF2}"/>
              </a:ext>
            </a:extLst>
          </p:cNvPr>
          <p:cNvSpPr/>
          <p:nvPr/>
        </p:nvSpPr>
        <p:spPr>
          <a:xfrm>
            <a:off x="4222998" y="1317319"/>
            <a:ext cx="3158938" cy="846716"/>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IF Autonomous Switch = OFF</a:t>
            </a:r>
          </a:p>
          <a:p>
            <a:r>
              <a:rPr lang="en-US" dirty="0"/>
              <a:t> → Manual pedal controls torque</a:t>
            </a:r>
          </a:p>
        </p:txBody>
      </p:sp>
      <p:sp>
        <p:nvSpPr>
          <p:cNvPr id="7" name="Arrow: Pentagon 6">
            <a:extLst>
              <a:ext uri="{FF2B5EF4-FFF2-40B4-BE49-F238E27FC236}">
                <a16:creationId xmlns:a16="http://schemas.microsoft.com/office/drawing/2014/main" id="{5AC9CA29-3073-22DA-5C87-1FF0D83B5DBC}"/>
              </a:ext>
            </a:extLst>
          </p:cNvPr>
          <p:cNvSpPr/>
          <p:nvPr/>
        </p:nvSpPr>
        <p:spPr>
          <a:xfrm>
            <a:off x="6475474" y="2269137"/>
            <a:ext cx="3300981" cy="1008111"/>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IF Autonomous Switch = ON</a:t>
            </a:r>
          </a:p>
          <a:p>
            <a:r>
              <a:rPr lang="en-US" dirty="0"/>
              <a:t> AND no fault detected → Autonomous speed controller active</a:t>
            </a:r>
          </a:p>
        </p:txBody>
      </p:sp>
      <p:sp>
        <p:nvSpPr>
          <p:cNvPr id="8" name="Arrow: Pentagon 7">
            <a:extLst>
              <a:ext uri="{FF2B5EF4-FFF2-40B4-BE49-F238E27FC236}">
                <a16:creationId xmlns:a16="http://schemas.microsoft.com/office/drawing/2014/main" id="{3F692CA1-6C34-937B-DFA8-ECF9F6E4F0E6}"/>
              </a:ext>
            </a:extLst>
          </p:cNvPr>
          <p:cNvSpPr/>
          <p:nvPr/>
        </p:nvSpPr>
        <p:spPr>
          <a:xfrm>
            <a:off x="8990431" y="3405144"/>
            <a:ext cx="3159559" cy="886842"/>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IF Any fault OR driver presses brake → Immediate revert to Manual (0 torque command)</a:t>
            </a:r>
          </a:p>
        </p:txBody>
      </p:sp>
      <p:pic>
        <p:nvPicPr>
          <p:cNvPr id="10" name="table">
            <a:extLst>
              <a:ext uri="{FF2B5EF4-FFF2-40B4-BE49-F238E27FC236}">
                <a16:creationId xmlns:a16="http://schemas.microsoft.com/office/drawing/2014/main" id="{1A9DB5EC-3298-EAD2-98CD-891A65C371B9}"/>
              </a:ext>
            </a:extLst>
          </p:cNvPr>
          <p:cNvPicPr>
            <a:picLocks noChangeAspect="1"/>
          </p:cNvPicPr>
          <p:nvPr/>
        </p:nvPicPr>
        <p:blipFill>
          <a:blip r:embed="rId4"/>
          <a:stretch>
            <a:fillRect/>
          </a:stretch>
        </p:blipFill>
        <p:spPr>
          <a:xfrm>
            <a:off x="4287016" y="4814318"/>
            <a:ext cx="3570734" cy="1603807"/>
          </a:xfrm>
          <a:prstGeom prst="rect">
            <a:avLst/>
          </a:prstGeom>
        </p:spPr>
      </p:pic>
      <p:sp>
        <p:nvSpPr>
          <p:cNvPr id="11" name="Rectangle 10">
            <a:extLst>
              <a:ext uri="{FF2B5EF4-FFF2-40B4-BE49-F238E27FC236}">
                <a16:creationId xmlns:a16="http://schemas.microsoft.com/office/drawing/2014/main" id="{3437AA52-A96C-D9DD-30CF-E7B11F535635}"/>
              </a:ext>
            </a:extLst>
          </p:cNvPr>
          <p:cNvSpPr/>
          <p:nvPr/>
        </p:nvSpPr>
        <p:spPr>
          <a:xfrm>
            <a:off x="8216134" y="4781600"/>
            <a:ext cx="1152128"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t>Desired Speed (from planner)</a:t>
            </a:r>
          </a:p>
        </p:txBody>
      </p:sp>
      <p:sp>
        <p:nvSpPr>
          <p:cNvPr id="15" name="Rectangle 14">
            <a:extLst>
              <a:ext uri="{FF2B5EF4-FFF2-40B4-BE49-F238E27FC236}">
                <a16:creationId xmlns:a16="http://schemas.microsoft.com/office/drawing/2014/main" id="{DFE2DA7C-7B69-EE9C-4643-228739E00812}"/>
              </a:ext>
            </a:extLst>
          </p:cNvPr>
          <p:cNvSpPr/>
          <p:nvPr/>
        </p:nvSpPr>
        <p:spPr>
          <a:xfrm>
            <a:off x="10934695" y="5037619"/>
            <a:ext cx="1215295"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t>Speed Error =  V-ref − V-actual</a:t>
            </a:r>
          </a:p>
        </p:txBody>
      </p:sp>
      <p:sp>
        <p:nvSpPr>
          <p:cNvPr id="16" name="Rectangle 15">
            <a:extLst>
              <a:ext uri="{FF2B5EF4-FFF2-40B4-BE49-F238E27FC236}">
                <a16:creationId xmlns:a16="http://schemas.microsoft.com/office/drawing/2014/main" id="{D14FEBDC-70BB-BFEB-4FD4-CF31087981CB}"/>
              </a:ext>
            </a:extLst>
          </p:cNvPr>
          <p:cNvSpPr/>
          <p:nvPr/>
        </p:nvSpPr>
        <p:spPr>
          <a:xfrm>
            <a:off x="8263311" y="5443338"/>
            <a:ext cx="1118679" cy="2695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t>PID Controller</a:t>
            </a:r>
          </a:p>
        </p:txBody>
      </p:sp>
      <p:sp>
        <p:nvSpPr>
          <p:cNvPr id="19" name="Rectangle 18">
            <a:extLst>
              <a:ext uri="{FF2B5EF4-FFF2-40B4-BE49-F238E27FC236}">
                <a16:creationId xmlns:a16="http://schemas.microsoft.com/office/drawing/2014/main" id="{5C548064-5B5E-CB62-0AB4-054DC424DF2A}"/>
              </a:ext>
            </a:extLst>
          </p:cNvPr>
          <p:cNvSpPr/>
          <p:nvPr/>
        </p:nvSpPr>
        <p:spPr>
          <a:xfrm>
            <a:off x="10997863" y="5750146"/>
            <a:ext cx="1152127" cy="358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t>Torque / Speed Command</a:t>
            </a:r>
          </a:p>
        </p:txBody>
      </p:sp>
      <p:sp>
        <p:nvSpPr>
          <p:cNvPr id="20" name="Rectangle 19">
            <a:extLst>
              <a:ext uri="{FF2B5EF4-FFF2-40B4-BE49-F238E27FC236}">
                <a16:creationId xmlns:a16="http://schemas.microsoft.com/office/drawing/2014/main" id="{BF1112B8-3F4A-2EE2-A8D4-EEA1B7333CF4}"/>
              </a:ext>
            </a:extLst>
          </p:cNvPr>
          <p:cNvSpPr/>
          <p:nvPr/>
        </p:nvSpPr>
        <p:spPr>
          <a:xfrm>
            <a:off x="8174578" y="6067111"/>
            <a:ext cx="1296144" cy="319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t>Motor Controller</a:t>
            </a:r>
          </a:p>
        </p:txBody>
      </p:sp>
      <p:cxnSp>
        <p:nvCxnSpPr>
          <p:cNvPr id="29" name="Connector: Elbow 28">
            <a:extLst>
              <a:ext uri="{FF2B5EF4-FFF2-40B4-BE49-F238E27FC236}">
                <a16:creationId xmlns:a16="http://schemas.microsoft.com/office/drawing/2014/main" id="{06C2BD8F-0920-D1AB-9BD1-AB637E266908}"/>
              </a:ext>
            </a:extLst>
          </p:cNvPr>
          <p:cNvCxnSpPr>
            <a:cxnSpLocks/>
            <a:stCxn id="15" idx="2"/>
            <a:endCxn id="16" idx="3"/>
          </p:cNvCxnSpPr>
          <p:nvPr/>
        </p:nvCxnSpPr>
        <p:spPr>
          <a:xfrm rot="5400000">
            <a:off x="10376598" y="4412344"/>
            <a:ext cx="171138" cy="216035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EE6E3159-6C7F-D50F-2130-21BE61E770DA}"/>
              </a:ext>
            </a:extLst>
          </p:cNvPr>
          <p:cNvCxnSpPr>
            <a:cxnSpLocks/>
            <a:stCxn id="16" idx="2"/>
            <a:endCxn id="19" idx="1"/>
          </p:cNvCxnSpPr>
          <p:nvPr/>
        </p:nvCxnSpPr>
        <p:spPr>
          <a:xfrm rot="16200000" flipH="1">
            <a:off x="9802096" y="4733395"/>
            <a:ext cx="216323" cy="2175212"/>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F33F00CD-20AE-1A37-1625-751FE879B87E}"/>
              </a:ext>
            </a:extLst>
          </p:cNvPr>
          <p:cNvCxnSpPr>
            <a:cxnSpLocks/>
            <a:stCxn id="19" idx="2"/>
            <a:endCxn id="20" idx="3"/>
          </p:cNvCxnSpPr>
          <p:nvPr/>
        </p:nvCxnSpPr>
        <p:spPr>
          <a:xfrm rot="5400000">
            <a:off x="10462934" y="5115969"/>
            <a:ext cx="118783" cy="210320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nector: Elbow 51">
            <a:extLst>
              <a:ext uri="{FF2B5EF4-FFF2-40B4-BE49-F238E27FC236}">
                <a16:creationId xmlns:a16="http://schemas.microsoft.com/office/drawing/2014/main" id="{3C420BEE-B304-D4EC-5207-77A2E3121DC9}"/>
              </a:ext>
            </a:extLst>
          </p:cNvPr>
          <p:cNvCxnSpPr>
            <a:cxnSpLocks/>
            <a:stCxn id="11" idx="2"/>
            <a:endCxn id="15" idx="1"/>
          </p:cNvCxnSpPr>
          <p:nvPr/>
        </p:nvCxnSpPr>
        <p:spPr>
          <a:xfrm rot="16200000" flipH="1">
            <a:off x="9827770" y="4115359"/>
            <a:ext cx="71353" cy="2142497"/>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TextBox 36">
            <a:extLst>
              <a:ext uri="{FF2B5EF4-FFF2-40B4-BE49-F238E27FC236}">
                <a16:creationId xmlns:a16="http://schemas.microsoft.com/office/drawing/2014/main" id="{44AE8A5F-2BDB-4132-8ECE-1CFFE2B14339}"/>
              </a:ext>
            </a:extLst>
          </p:cNvPr>
          <p:cNvSpPr txBox="1"/>
          <p:nvPr/>
        </p:nvSpPr>
        <p:spPr>
          <a:xfrm>
            <a:off x="4063745" y="4354442"/>
            <a:ext cx="4030776" cy="369332"/>
          </a:xfrm>
          <a:prstGeom prst="rect">
            <a:avLst/>
          </a:prstGeom>
          <a:solidFill>
            <a:schemeClr val="accent1"/>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dirty="0">
                <a:solidFill>
                  <a:schemeClr val="bg2"/>
                </a:solidFill>
              </a:rPr>
              <a:t>Failure Modes &amp; </a:t>
            </a:r>
            <a:r>
              <a:rPr lang="en-US" b="1" dirty="0">
                <a:solidFill>
                  <a:schemeClr val="bg1"/>
                </a:solidFill>
              </a:rPr>
              <a:t>Immediate</a:t>
            </a:r>
            <a:r>
              <a:rPr lang="en-US" b="1" dirty="0">
                <a:solidFill>
                  <a:schemeClr val="bg2"/>
                </a:solidFill>
              </a:rPr>
              <a:t> Mitigation</a:t>
            </a:r>
          </a:p>
        </p:txBody>
      </p:sp>
      <p:sp>
        <p:nvSpPr>
          <p:cNvPr id="68" name="Rectangle 67">
            <a:extLst>
              <a:ext uri="{FF2B5EF4-FFF2-40B4-BE49-F238E27FC236}">
                <a16:creationId xmlns:a16="http://schemas.microsoft.com/office/drawing/2014/main" id="{9CDF7D4E-E01F-4916-0E23-653E2A1F3912}"/>
              </a:ext>
            </a:extLst>
          </p:cNvPr>
          <p:cNvSpPr/>
          <p:nvPr/>
        </p:nvSpPr>
        <p:spPr>
          <a:xfrm>
            <a:off x="4064448" y="4351503"/>
            <a:ext cx="4029371" cy="2117386"/>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30513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descr="Rectangle 153">
            <a:extLst>
              <a:ext uri="{FF2B5EF4-FFF2-40B4-BE49-F238E27FC236}">
                <a16:creationId xmlns:a16="http://schemas.microsoft.com/office/drawing/2014/main" id="{A69CAC29-88EC-7836-0231-73CF1BBFD756}"/>
              </a:ext>
            </a:extLst>
          </p:cNvPr>
          <p:cNvSpPr>
            <a:spLocks/>
          </p:cNvSpPr>
          <p:nvPr/>
        </p:nvSpPr>
        <p:spPr bwMode="auto">
          <a:xfrm>
            <a:off x="5731669" y="1039813"/>
            <a:ext cx="6443662" cy="1676400"/>
          </a:xfrm>
          <a:prstGeom prst="rect">
            <a:avLst/>
          </a:prstGeom>
          <a:noFill/>
          <a:ln w="127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nchor="ctr"/>
          <a:lstStyle/>
          <a:p>
            <a:pPr algn="ctr" fontAlgn="base" hangingPunct="0">
              <a:spcBef>
                <a:spcPct val="0"/>
              </a:spcBef>
              <a:spcAft>
                <a:spcPct val="0"/>
              </a:spcAft>
            </a:pPr>
            <a:endParaRPr lang="en-US" altLang="en-US">
              <a:solidFill>
                <a:srgbClr val="FFFFFF"/>
              </a:solidFill>
              <a:latin typeface="Calibri" panose="020F0502020204030204" pitchFamily="34" charset="0"/>
              <a:cs typeface="Calibri" panose="020F0502020204030204" pitchFamily="34" charset="0"/>
              <a:sym typeface="Calibri" panose="020F0502020204030204" pitchFamily="34" charset="0"/>
            </a:endParaRPr>
          </a:p>
        </p:txBody>
      </p:sp>
      <p:sp>
        <p:nvSpPr>
          <p:cNvPr id="6146" name="Text Box 2" descr="Slide Number Placeholder 5">
            <a:extLst>
              <a:ext uri="{FF2B5EF4-FFF2-40B4-BE49-F238E27FC236}">
                <a16:creationId xmlns:a16="http://schemas.microsoft.com/office/drawing/2014/main" id="{83B2E74B-8EF7-1C75-DB82-C257AD039815}"/>
              </a:ext>
            </a:extLst>
          </p:cNvPr>
          <p:cNvSpPr txBox="1">
            <a:spLocks/>
          </p:cNvSpPr>
          <p:nvPr/>
        </p:nvSpPr>
        <p:spPr bwMode="auto">
          <a:xfrm>
            <a:off x="10962482" y="6532564"/>
            <a:ext cx="191719"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45720" rIns="45720">
            <a:spAutoFit/>
          </a:bodyPr>
          <a:lstStyle/>
          <a:p>
            <a:pPr fontAlgn="base" hangingPunct="0">
              <a:spcBef>
                <a:spcPct val="0"/>
              </a:spcBef>
              <a:spcAft>
                <a:spcPct val="0"/>
              </a:spcAft>
            </a:pPr>
            <a:fld id="{D84AFF40-38AF-4E75-8A2A-89C16D0D5A3B}" type="slidenum">
              <a:rPr lang="en-US" altLang="en-US" sz="1400">
                <a:solidFill>
                  <a:srgbClr val="FFFFFF"/>
                </a:solidFill>
                <a:latin typeface="Arial" panose="020B0604020202020204" pitchFamily="34" charset="0"/>
                <a:cs typeface="Arial" panose="020B0604020202020204" pitchFamily="34" charset="0"/>
                <a:sym typeface="Arial" panose="020B0604020202020204" pitchFamily="34" charset="0"/>
              </a:rPr>
              <a:pPr fontAlgn="base" hangingPunct="0">
                <a:spcBef>
                  <a:spcPct val="0"/>
                </a:spcBef>
                <a:spcAft>
                  <a:spcPct val="0"/>
                </a:spcAft>
              </a:pPr>
              <a:t>3</a:t>
            </a:fld>
            <a:endParaRPr lang="en-US" altLang="en-US" sz="1400">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6147" name="Text Box 3" descr="TextBox 15">
            <a:extLst>
              <a:ext uri="{FF2B5EF4-FFF2-40B4-BE49-F238E27FC236}">
                <a16:creationId xmlns:a16="http://schemas.microsoft.com/office/drawing/2014/main" id="{F22A55A8-6A66-D929-0CAF-92B92A6A2BB3}"/>
              </a:ext>
            </a:extLst>
          </p:cNvPr>
          <p:cNvSpPr txBox="1">
            <a:spLocks/>
          </p:cNvSpPr>
          <p:nvPr/>
        </p:nvSpPr>
        <p:spPr bwMode="auto">
          <a:xfrm>
            <a:off x="27781" y="1092200"/>
            <a:ext cx="3511550" cy="369332"/>
          </a:xfrm>
          <a:prstGeom prst="rect">
            <a:avLst/>
          </a:prstGeom>
          <a:solidFill>
            <a:schemeClr val="accent1"/>
          </a:solidFill>
          <a:ln w="25400" cap="flat" cmpd="sng">
            <a:solidFill>
              <a:srgbClr val="2136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fontAlgn="base" hangingPunct="0">
              <a:spcBef>
                <a:spcPct val="0"/>
              </a:spcBef>
              <a:spcAft>
                <a:spcPct val="0"/>
              </a:spcAft>
            </a:pPr>
            <a:r>
              <a:rPr lang="en-US" altLang="en-US" dirty="0">
                <a:solidFill>
                  <a:schemeClr val="bg1"/>
                </a:solidFill>
                <a:latin typeface="Calibri" panose="020F0502020204030204" pitchFamily="34" charset="0"/>
                <a:cs typeface="Calibri" panose="020F0502020204030204" pitchFamily="34" charset="0"/>
                <a:sym typeface="Calibri" panose="020F0502020204030204" pitchFamily="34" charset="0"/>
              </a:rPr>
              <a:t>Hardware Architecture </a:t>
            </a:r>
          </a:p>
        </p:txBody>
      </p:sp>
      <p:sp>
        <p:nvSpPr>
          <p:cNvPr id="6148" name="Text Box 4" descr="Title 1">
            <a:extLst>
              <a:ext uri="{FF2B5EF4-FFF2-40B4-BE49-F238E27FC236}">
                <a16:creationId xmlns:a16="http://schemas.microsoft.com/office/drawing/2014/main" id="{A3B83BBA-25E3-0EAE-9880-87007320EF39}"/>
              </a:ext>
            </a:extLst>
          </p:cNvPr>
          <p:cNvSpPr txBox="1">
            <a:spLocks/>
          </p:cNvSpPr>
          <p:nvPr/>
        </p:nvSpPr>
        <p:spPr bwMode="auto">
          <a:xfrm>
            <a:off x="38895" y="22225"/>
            <a:ext cx="12111037" cy="4247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fontAlgn="base" hangingPunct="0">
              <a:lnSpc>
                <a:spcPct val="90000"/>
              </a:lnSpc>
              <a:spcBef>
                <a:spcPct val="0"/>
              </a:spcBef>
              <a:spcAft>
                <a:spcPct val="0"/>
              </a:spcAft>
            </a:pPr>
            <a:r>
              <a:rPr lang="en-US" altLang="en-US" sz="2400" b="1" dirty="0">
                <a:solidFill>
                  <a:srgbClr val="000000"/>
                </a:solidFill>
                <a:latin typeface="Calibri" panose="020F0502020204030204" pitchFamily="34" charset="0"/>
                <a:cs typeface="Calibri" panose="020F0502020204030204" pitchFamily="34" charset="0"/>
                <a:sym typeface="Calibri" panose="020F0502020204030204" pitchFamily="34" charset="0"/>
              </a:rPr>
              <a:t>Brake By Wire</a:t>
            </a:r>
          </a:p>
        </p:txBody>
      </p:sp>
      <p:sp>
        <p:nvSpPr>
          <p:cNvPr id="6149" name="Text Box 5" descr="TextBox 111">
            <a:extLst>
              <a:ext uri="{FF2B5EF4-FFF2-40B4-BE49-F238E27FC236}">
                <a16:creationId xmlns:a16="http://schemas.microsoft.com/office/drawing/2014/main" id="{6D8AE8DF-2AC6-4EC2-6821-75B0388B296A}"/>
              </a:ext>
            </a:extLst>
          </p:cNvPr>
          <p:cNvSpPr txBox="1">
            <a:spLocks/>
          </p:cNvSpPr>
          <p:nvPr/>
        </p:nvSpPr>
        <p:spPr bwMode="auto">
          <a:xfrm>
            <a:off x="40482" y="1629112"/>
            <a:ext cx="3498849" cy="2031325"/>
          </a:xfrm>
          <a:prstGeom prst="rect">
            <a:avLst/>
          </a:prstGeom>
          <a:noFill/>
          <a:ln w="12700" cap="flat" cmpd="sng">
            <a:solidFill>
              <a:srgbClr val="090C0F"/>
            </a:solidFill>
            <a:prstDash val="solid"/>
            <a:miter lim="400000"/>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45720" rIns="45720">
            <a:spAutoFit/>
          </a:bodyPr>
          <a:lstStyle/>
          <a:p>
            <a:pPr algn="ctr" fontAlgn="base" hangingPunct="0">
              <a:spcBef>
                <a:spcPct val="0"/>
              </a:spcBef>
              <a:spcAft>
                <a:spcPct val="0"/>
              </a:spcAft>
            </a:pPr>
            <a:r>
              <a:rPr lang="en-US" altLang="en-US" dirty="0">
                <a:solidFill>
                  <a:srgbClr val="000000"/>
                </a:solidFill>
                <a:latin typeface="Calibri" panose="020F0502020204030204" pitchFamily="34" charset="0"/>
                <a:cs typeface="Calibri" panose="020F0502020204030204" pitchFamily="34" charset="0"/>
                <a:sym typeface="Calibri" panose="020F0502020204030204" pitchFamily="34" charset="0"/>
              </a:rPr>
              <a:t>Brake Pedal </a:t>
            </a:r>
          </a:p>
          <a:p>
            <a:pPr algn="ctr" fontAlgn="base" hangingPunct="0">
              <a:spcBef>
                <a:spcPct val="0"/>
              </a:spcBef>
              <a:spcAft>
                <a:spcPct val="0"/>
              </a:spcAft>
            </a:pPr>
            <a:r>
              <a:rPr lang="en-US" altLang="en-US" dirty="0">
                <a:solidFill>
                  <a:srgbClr val="000000"/>
                </a:solidFill>
                <a:latin typeface="Calibri" panose="020F0502020204030204" pitchFamily="34" charset="0"/>
                <a:cs typeface="Calibri" panose="020F0502020204030204" pitchFamily="34" charset="0"/>
                <a:sym typeface="Calibri" panose="020F0502020204030204" pitchFamily="34" charset="0"/>
              </a:rPr>
              <a:t>↑</a:t>
            </a:r>
          </a:p>
          <a:p>
            <a:pPr algn="ctr" fontAlgn="base" hangingPunct="0">
              <a:spcBef>
                <a:spcPct val="0"/>
              </a:spcBef>
              <a:spcAft>
                <a:spcPct val="0"/>
              </a:spcAft>
            </a:pPr>
            <a:r>
              <a:rPr lang="en-US" altLang="en-US" dirty="0">
                <a:solidFill>
                  <a:srgbClr val="000000"/>
                </a:solidFill>
                <a:latin typeface="Calibri" panose="020F0502020204030204" pitchFamily="34" charset="0"/>
                <a:cs typeface="Calibri" panose="020F0502020204030204" pitchFamily="34" charset="0"/>
                <a:sym typeface="Calibri" panose="020F0502020204030204" pitchFamily="34" charset="0"/>
              </a:rPr>
              <a:t>Linear Brake Actuator </a:t>
            </a:r>
          </a:p>
          <a:p>
            <a:pPr algn="ctr" fontAlgn="base" hangingPunct="0">
              <a:spcBef>
                <a:spcPct val="0"/>
              </a:spcBef>
              <a:spcAft>
                <a:spcPct val="0"/>
              </a:spcAft>
            </a:pPr>
            <a:r>
              <a:rPr lang="en-US" altLang="en-US" dirty="0">
                <a:solidFill>
                  <a:srgbClr val="000000"/>
                </a:solidFill>
                <a:latin typeface="Calibri" panose="020F0502020204030204" pitchFamily="34" charset="0"/>
                <a:cs typeface="Calibri" panose="020F0502020204030204" pitchFamily="34" charset="0"/>
                <a:sym typeface="Calibri" panose="020F0502020204030204" pitchFamily="34" charset="0"/>
              </a:rPr>
              <a:t>↑</a:t>
            </a:r>
          </a:p>
          <a:p>
            <a:pPr algn="ctr" fontAlgn="base" hangingPunct="0">
              <a:spcBef>
                <a:spcPct val="0"/>
              </a:spcBef>
              <a:spcAft>
                <a:spcPct val="0"/>
              </a:spcAft>
            </a:pPr>
            <a:r>
              <a:rPr lang="en-US" altLang="en-US" dirty="0">
                <a:solidFill>
                  <a:srgbClr val="000000"/>
                </a:solidFill>
                <a:latin typeface="Calibri" panose="020F0502020204030204" pitchFamily="34" charset="0"/>
                <a:cs typeface="Calibri" panose="020F0502020204030204" pitchFamily="34" charset="0"/>
                <a:sym typeface="Calibri" panose="020F0502020204030204" pitchFamily="34" charset="0"/>
              </a:rPr>
              <a:t>Brake MCU (Supervisory Controller) </a:t>
            </a:r>
          </a:p>
          <a:p>
            <a:pPr algn="ctr" fontAlgn="base" hangingPunct="0">
              <a:spcBef>
                <a:spcPct val="0"/>
              </a:spcBef>
              <a:spcAft>
                <a:spcPct val="0"/>
              </a:spcAft>
            </a:pPr>
            <a:r>
              <a:rPr lang="en-US" altLang="en-US" dirty="0">
                <a:solidFill>
                  <a:srgbClr val="000000"/>
                </a:solidFill>
                <a:latin typeface="Calibri" panose="020F0502020204030204" pitchFamily="34" charset="0"/>
                <a:cs typeface="Calibri" panose="020F0502020204030204" pitchFamily="34" charset="0"/>
                <a:sym typeface="Calibri" panose="020F0502020204030204" pitchFamily="34" charset="0"/>
              </a:rPr>
              <a:t>↑</a:t>
            </a:r>
          </a:p>
          <a:p>
            <a:pPr algn="ctr" fontAlgn="base" hangingPunct="0">
              <a:spcBef>
                <a:spcPct val="0"/>
              </a:spcBef>
              <a:spcAft>
                <a:spcPct val="0"/>
              </a:spcAft>
            </a:pPr>
            <a:r>
              <a:rPr lang="en-US" altLang="en-US" dirty="0">
                <a:solidFill>
                  <a:srgbClr val="000000"/>
                </a:solidFill>
                <a:latin typeface="Calibri" panose="020F0502020204030204" pitchFamily="34" charset="0"/>
                <a:cs typeface="Calibri" panose="020F0502020204030204" pitchFamily="34" charset="0"/>
                <a:sym typeface="Calibri" panose="020F0502020204030204" pitchFamily="34" charset="0"/>
              </a:rPr>
              <a:t>Autonomy Stack (Jetson / SBC) </a:t>
            </a:r>
          </a:p>
        </p:txBody>
      </p:sp>
      <p:sp>
        <p:nvSpPr>
          <p:cNvPr id="6150" name="Text Box 6" descr="TextBox 113">
            <a:extLst>
              <a:ext uri="{FF2B5EF4-FFF2-40B4-BE49-F238E27FC236}">
                <a16:creationId xmlns:a16="http://schemas.microsoft.com/office/drawing/2014/main" id="{0AACDBA3-85F7-C9FB-290D-5121A739E228}"/>
              </a:ext>
            </a:extLst>
          </p:cNvPr>
          <p:cNvSpPr txBox="1">
            <a:spLocks/>
          </p:cNvSpPr>
          <p:nvPr/>
        </p:nvSpPr>
        <p:spPr bwMode="auto">
          <a:xfrm>
            <a:off x="3582194" y="1092200"/>
            <a:ext cx="2133600" cy="369332"/>
          </a:xfrm>
          <a:prstGeom prst="rect">
            <a:avLst/>
          </a:prstGeom>
          <a:solidFill>
            <a:schemeClr val="accent1"/>
          </a:solidFill>
          <a:ln w="25400" cap="flat" cmpd="sng">
            <a:solidFill>
              <a:srgbClr val="2136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fontAlgn="base" hangingPunct="0">
              <a:spcBef>
                <a:spcPct val="0"/>
              </a:spcBef>
              <a:spcAft>
                <a:spcPct val="0"/>
              </a:spcAft>
            </a:pPr>
            <a:r>
              <a:rPr lang="en-US" altLang="en-US" dirty="0">
                <a:solidFill>
                  <a:schemeClr val="bg1"/>
                </a:solidFill>
                <a:latin typeface="Calibri" panose="020F0502020204030204" pitchFamily="34" charset="0"/>
                <a:cs typeface="Calibri" panose="020F0502020204030204" pitchFamily="34" charset="0"/>
                <a:sym typeface="Calibri" panose="020F0502020204030204" pitchFamily="34" charset="0"/>
              </a:rPr>
              <a:t>Control loop</a:t>
            </a:r>
          </a:p>
        </p:txBody>
      </p:sp>
      <p:sp>
        <p:nvSpPr>
          <p:cNvPr id="6151" name="Text Box 7" descr="TextBox 119">
            <a:extLst>
              <a:ext uri="{FF2B5EF4-FFF2-40B4-BE49-F238E27FC236}">
                <a16:creationId xmlns:a16="http://schemas.microsoft.com/office/drawing/2014/main" id="{E9880E42-4254-BCE3-1799-7BACC53B7876}"/>
              </a:ext>
            </a:extLst>
          </p:cNvPr>
          <p:cNvSpPr txBox="1">
            <a:spLocks/>
          </p:cNvSpPr>
          <p:nvPr/>
        </p:nvSpPr>
        <p:spPr bwMode="auto">
          <a:xfrm>
            <a:off x="5556" y="419101"/>
            <a:ext cx="12179300" cy="646331"/>
          </a:xfrm>
          <a:prstGeom prst="rect">
            <a:avLst/>
          </a:prstGeom>
          <a:gradFill rotWithShape="0">
            <a:gsLst>
              <a:gs pos="0">
                <a:srgbClr val="34B3D5"/>
              </a:gs>
              <a:gs pos="20001">
                <a:srgbClr val="37B1D1"/>
              </a:gs>
              <a:gs pos="100000">
                <a:srgbClr val="2A869F"/>
              </a:gs>
            </a:gsLst>
            <a:lin ang="5400000"/>
          </a:gradFill>
          <a:ln w="9525" cap="flat" cmpd="sng">
            <a:solidFill>
              <a:srgbClr val="46AAC4"/>
            </a:solidFill>
            <a:prstDash val="solid"/>
            <a:round/>
            <a:headEnd type="none" w="med" len="med"/>
            <a:tailEnd type="none" w="med" len="med"/>
          </a:ln>
          <a:effectLst>
            <a:outerShdw blurRad="38100" dist="23000" dir="5400000" algn="ctr" rotWithShape="0">
              <a:srgbClr val="000000">
                <a:alpha val="34999"/>
              </a:srgbClr>
            </a:outerShdw>
          </a:effectLst>
        </p:spPr>
        <p:txBody>
          <a:bodyPr lIns="45720" rIns="45720">
            <a:spAutoFit/>
          </a:bodyPr>
          <a:lstStyle/>
          <a:p>
            <a:pPr fontAlgn="base" hangingPunct="0">
              <a:spcBef>
                <a:spcPct val="0"/>
              </a:spcBef>
              <a:spcAft>
                <a:spcPct val="0"/>
              </a:spcAft>
            </a:pPr>
            <a:r>
              <a:rPr lang="en-US" altLang="en-US">
                <a:solidFill>
                  <a:srgbClr val="FFFFFF"/>
                </a:solidFill>
                <a:latin typeface="Calibri" panose="020F0502020204030204" pitchFamily="34" charset="0"/>
                <a:cs typeface="Calibri" panose="020F0502020204030204" pitchFamily="34" charset="0"/>
                <a:sym typeface="Calibri" panose="020F0502020204030204" pitchFamily="34" charset="0"/>
              </a:rPr>
              <a:t>The brake-by-wire system actuates the existing hydraulic brake pedal using a linear actuator during autonomous operation, while preserving full manual braking capability and ensuring immediate override and fail-safe retraction in all fault conditions.</a:t>
            </a:r>
          </a:p>
        </p:txBody>
      </p:sp>
      <p:sp>
        <p:nvSpPr>
          <p:cNvPr id="6152" name="Text Box 8" descr="TextBox 121">
            <a:extLst>
              <a:ext uri="{FF2B5EF4-FFF2-40B4-BE49-F238E27FC236}">
                <a16:creationId xmlns:a16="http://schemas.microsoft.com/office/drawing/2014/main" id="{EDCB58EA-9557-BA83-60A9-AC45A7543881}"/>
              </a:ext>
            </a:extLst>
          </p:cNvPr>
          <p:cNvSpPr txBox="1">
            <a:spLocks/>
          </p:cNvSpPr>
          <p:nvPr/>
        </p:nvSpPr>
        <p:spPr bwMode="auto">
          <a:xfrm>
            <a:off x="54769" y="3951288"/>
            <a:ext cx="5592762" cy="369332"/>
          </a:xfrm>
          <a:prstGeom prst="rect">
            <a:avLst/>
          </a:prstGeom>
          <a:solidFill>
            <a:schemeClr val="accent1"/>
          </a:solidFill>
          <a:ln w="25400" cap="flat" cmpd="sng">
            <a:solidFill>
              <a:srgbClr val="2136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fontAlgn="base" hangingPunct="0">
              <a:spcBef>
                <a:spcPct val="0"/>
              </a:spcBef>
              <a:spcAft>
                <a:spcPct val="0"/>
              </a:spcAft>
            </a:pPr>
            <a:r>
              <a:rPr lang="en-US" altLang="en-US" b="1" dirty="0">
                <a:solidFill>
                  <a:schemeClr val="bg1"/>
                </a:solidFill>
                <a:latin typeface="Calibri" panose="020F0502020204030204" pitchFamily="34" charset="0"/>
                <a:cs typeface="Calibri" panose="020F0502020204030204" pitchFamily="34" charset="0"/>
                <a:sym typeface="Calibri" panose="020F0502020204030204" pitchFamily="34" charset="0"/>
              </a:rPr>
              <a:t>Failure Modes &amp; Mitigation</a:t>
            </a:r>
          </a:p>
        </p:txBody>
      </p:sp>
      <p:graphicFrame>
        <p:nvGraphicFramePr>
          <p:cNvPr id="6153" name="Group 9">
            <a:extLst>
              <a:ext uri="{FF2B5EF4-FFF2-40B4-BE49-F238E27FC236}">
                <a16:creationId xmlns:a16="http://schemas.microsoft.com/office/drawing/2014/main" id="{BA5F0D21-EB43-04BF-34CF-F97B83C2F552}"/>
              </a:ext>
            </a:extLst>
          </p:cNvPr>
          <p:cNvGraphicFramePr>
            <a:graphicFrameLocks noGrp="1"/>
          </p:cNvGraphicFramePr>
          <p:nvPr>
            <p:extLst>
              <p:ext uri="{D42A27DB-BD31-4B8C-83A1-F6EECF244321}">
                <p14:modId xmlns:p14="http://schemas.microsoft.com/office/powerpoint/2010/main" val="2909204375"/>
              </p:ext>
            </p:extLst>
          </p:nvPr>
        </p:nvGraphicFramePr>
        <p:xfrm>
          <a:off x="56356" y="4378325"/>
          <a:ext cx="5614988" cy="2114550"/>
        </p:xfrm>
        <a:graphic>
          <a:graphicData uri="http://schemas.openxmlformats.org/drawingml/2006/table">
            <a:tbl>
              <a:tblPr/>
              <a:tblGrid>
                <a:gridCol w="1871663">
                  <a:extLst>
                    <a:ext uri="{9D8B030D-6E8A-4147-A177-3AD203B41FA5}">
                      <a16:colId xmlns:a16="http://schemas.microsoft.com/office/drawing/2014/main" val="3892012595"/>
                    </a:ext>
                  </a:extLst>
                </a:gridCol>
                <a:gridCol w="1871662">
                  <a:extLst>
                    <a:ext uri="{9D8B030D-6E8A-4147-A177-3AD203B41FA5}">
                      <a16:colId xmlns:a16="http://schemas.microsoft.com/office/drawing/2014/main" val="1851736143"/>
                    </a:ext>
                  </a:extLst>
                </a:gridCol>
                <a:gridCol w="1871663">
                  <a:extLst>
                    <a:ext uri="{9D8B030D-6E8A-4147-A177-3AD203B41FA5}">
                      <a16:colId xmlns:a16="http://schemas.microsoft.com/office/drawing/2014/main" val="2403671705"/>
                    </a:ext>
                  </a:extLst>
                </a:gridCol>
              </a:tblGrid>
              <a:tr h="298450">
                <a:tc>
                  <a:txBody>
                    <a:bodyPr/>
                    <a:lstStyle>
                      <a:lvl1pPr>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82638" indent="-325438">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219200" indent="-304800">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7367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1939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6511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31083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5655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40227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ctr" defTabSz="914400" rtl="0" eaLnBrk="1"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FFFFFF"/>
                          </a:solidFill>
                          <a:effectLst/>
                          <a:latin typeface="Calibri" panose="020F0502020204030204" pitchFamily="34" charset="0"/>
                          <a:cs typeface="Calibri" panose="020F0502020204030204" pitchFamily="34" charset="0"/>
                          <a:sym typeface="Calibri" panose="020F0502020204030204" pitchFamily="34" charset="0"/>
                        </a:rPr>
                        <a:t>Failure</a:t>
                      </a:r>
                      <a:endParaRPr kumimoji="0" lang="en-US" altLang="en-US" sz="1800" b="0" i="0" u="none" strike="noStrike" cap="none" normalizeH="0" baseline="0">
                        <a:ln>
                          <a:noFill/>
                        </a:ln>
                        <a:solidFill>
                          <a:srgbClr val="000000"/>
                        </a:solidFill>
                        <a:effectLst/>
                        <a:latin typeface="+mn-lt" charset="0"/>
                        <a:cs typeface="Calibri" panose="020F0502020204030204" pitchFamily="34" charset="0"/>
                        <a:sym typeface="Arial" panose="020B0604020202020204" pitchFamily="34" charset="0"/>
                      </a:endParaRPr>
                    </a:p>
                  </a:txBody>
                  <a:tcPr marL="45720" marR="4572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lvl1pPr>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82638" indent="-325438">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219200" indent="-304800">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7367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1939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6511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31083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5655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40227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ctr" defTabSz="914400" rtl="0" eaLnBrk="1"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FFFFFF"/>
                          </a:solidFill>
                          <a:effectLst/>
                          <a:latin typeface="Calibri" panose="020F0502020204030204" pitchFamily="34" charset="0"/>
                          <a:cs typeface="Calibri" panose="020F0502020204030204" pitchFamily="34" charset="0"/>
                          <a:sym typeface="Calibri" panose="020F0502020204030204" pitchFamily="34" charset="0"/>
                        </a:rPr>
                        <a:t>Detection</a:t>
                      </a:r>
                      <a:endParaRPr kumimoji="0" lang="en-US" altLang="en-US" sz="1800" b="0" i="0" u="none" strike="noStrike" cap="none" normalizeH="0" baseline="0">
                        <a:ln>
                          <a:noFill/>
                        </a:ln>
                        <a:solidFill>
                          <a:srgbClr val="000000"/>
                        </a:solidFill>
                        <a:effectLst/>
                        <a:latin typeface="+mn-lt" charset="0"/>
                        <a:cs typeface="Calibri" panose="020F0502020204030204" pitchFamily="34" charset="0"/>
                        <a:sym typeface="Arial" panose="020B0604020202020204" pitchFamily="34" charset="0"/>
                      </a:endParaRPr>
                    </a:p>
                  </a:txBody>
                  <a:tcPr marL="45720" marR="4572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lvl1pPr>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82638" indent="-325438">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219200" indent="-304800">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7367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1939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6511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31083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5655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40227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ctr" defTabSz="914400" rtl="0" eaLnBrk="1"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FFFFFF"/>
                          </a:solidFill>
                          <a:effectLst/>
                          <a:latin typeface="Calibri" panose="020F0502020204030204" pitchFamily="34" charset="0"/>
                          <a:cs typeface="Calibri" panose="020F0502020204030204" pitchFamily="34" charset="0"/>
                          <a:sym typeface="Calibri" panose="020F0502020204030204" pitchFamily="34" charset="0"/>
                        </a:rPr>
                        <a:t>Action</a:t>
                      </a:r>
                      <a:endParaRPr kumimoji="0" lang="en-US" altLang="en-US" sz="1800" b="0" i="0" u="none" strike="noStrike" cap="none" normalizeH="0" baseline="0">
                        <a:ln>
                          <a:noFill/>
                        </a:ln>
                        <a:solidFill>
                          <a:srgbClr val="000000"/>
                        </a:solidFill>
                        <a:effectLst/>
                        <a:latin typeface="+mn-lt" charset="0"/>
                        <a:cs typeface="Calibri" panose="020F0502020204030204" pitchFamily="34" charset="0"/>
                        <a:sym typeface="Arial" panose="020B0604020202020204" pitchFamily="34" charset="0"/>
                      </a:endParaRPr>
                    </a:p>
                  </a:txBody>
                  <a:tcPr marL="45720" marR="4572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4006549431"/>
                  </a:ext>
                </a:extLst>
              </a:tr>
              <a:tr h="463550">
                <a:tc>
                  <a:txBody>
                    <a:bodyPr/>
                    <a:lstStyle>
                      <a:lvl1pPr>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82638" indent="-325438">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219200" indent="-304800">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7367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1939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6511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31083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5655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40227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ctr" defTabSz="914400" rtl="0" eaLnBrk="1"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rPr>
                        <a:t>Actuator jam</a:t>
                      </a:r>
                      <a:endParaRPr kumimoji="0" lang="en-US" altLang="en-US" sz="1800" b="0" i="0" u="none" strike="noStrike" cap="none" normalizeH="0" baseline="0" dirty="0">
                        <a:ln>
                          <a:noFill/>
                        </a:ln>
                        <a:solidFill>
                          <a:srgbClr val="000000"/>
                        </a:solidFill>
                        <a:effectLst/>
                        <a:latin typeface="+mn-lt" charset="0"/>
                        <a:cs typeface="Calibri" panose="020F0502020204030204" pitchFamily="34" charset="0"/>
                        <a:sym typeface="Arial" panose="020B0604020202020204" pitchFamily="34" charset="0"/>
                      </a:endParaRPr>
                    </a:p>
                  </a:txBody>
                  <a:tcPr marL="45720" marR="4572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7E7"/>
                    </a:solidFill>
                  </a:tcPr>
                </a:tc>
                <a:tc>
                  <a:txBody>
                    <a:bodyPr/>
                    <a:lstStyle>
                      <a:lvl1pPr>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82638" indent="-325438">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219200" indent="-304800">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7367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1939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6511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31083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5655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40227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ctr" defTabSz="914400" rtl="0" eaLnBrk="1"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rPr>
                        <a:t>No position change</a:t>
                      </a:r>
                      <a:endParaRPr kumimoji="0" lang="en-US" altLang="en-US" sz="1800" b="0" i="0" u="none" strike="noStrike" cap="none" normalizeH="0" baseline="0">
                        <a:ln>
                          <a:noFill/>
                        </a:ln>
                        <a:solidFill>
                          <a:srgbClr val="000000"/>
                        </a:solidFill>
                        <a:effectLst/>
                        <a:latin typeface="+mn-lt" charset="0"/>
                        <a:cs typeface="Calibri" panose="020F0502020204030204" pitchFamily="34" charset="0"/>
                        <a:sym typeface="Arial" panose="020B0604020202020204" pitchFamily="34" charset="0"/>
                      </a:endParaRPr>
                    </a:p>
                  </a:txBody>
                  <a:tcPr marL="45720" marR="4572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7E7"/>
                    </a:solidFill>
                  </a:tcPr>
                </a:tc>
                <a:tc>
                  <a:txBody>
                    <a:bodyPr/>
                    <a:lstStyle>
                      <a:lvl1pPr>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82638" indent="-325438">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219200" indent="-304800">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7367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1939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6511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31083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5655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40227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ctr" defTabSz="914400" rtl="0" eaLnBrk="1"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rPr>
                        <a:t>Disable autonomy</a:t>
                      </a:r>
                      <a:endParaRPr kumimoji="0" lang="en-US" altLang="en-US" sz="1800" b="0" i="0" u="none" strike="noStrike" cap="none" normalizeH="0" baseline="0">
                        <a:ln>
                          <a:noFill/>
                        </a:ln>
                        <a:solidFill>
                          <a:srgbClr val="000000"/>
                        </a:solidFill>
                        <a:effectLst/>
                        <a:latin typeface="+mn-lt" charset="0"/>
                        <a:cs typeface="Calibri" panose="020F0502020204030204" pitchFamily="34" charset="0"/>
                        <a:sym typeface="Arial" panose="020B0604020202020204" pitchFamily="34" charset="0"/>
                      </a:endParaRPr>
                    </a:p>
                  </a:txBody>
                  <a:tcPr marL="45720" marR="4572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7E7"/>
                    </a:solidFill>
                  </a:tcPr>
                </a:tc>
                <a:extLst>
                  <a:ext uri="{0D108BD9-81ED-4DB2-BD59-A6C34878D82A}">
                    <a16:rowId xmlns:a16="http://schemas.microsoft.com/office/drawing/2014/main" val="3592077161"/>
                  </a:ext>
                </a:extLst>
              </a:tr>
              <a:tr h="450850">
                <a:tc>
                  <a:txBody>
                    <a:bodyPr/>
                    <a:lstStyle>
                      <a:lvl1pPr>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82638" indent="-325438">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219200" indent="-304800">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7367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1939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6511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31083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5655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40227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ctr" defTabSz="914400" rtl="0" eaLnBrk="1"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rPr>
                        <a:t>Brake command stuck</a:t>
                      </a:r>
                      <a:endParaRPr kumimoji="0" lang="en-US" altLang="en-US" sz="1800" b="0" i="0" u="none" strike="noStrike" cap="none" normalizeH="0" baseline="0">
                        <a:ln>
                          <a:noFill/>
                        </a:ln>
                        <a:solidFill>
                          <a:srgbClr val="000000"/>
                        </a:solidFill>
                        <a:effectLst/>
                        <a:latin typeface="+mn-lt" charset="0"/>
                        <a:cs typeface="Calibri" panose="020F0502020204030204" pitchFamily="34" charset="0"/>
                        <a:sym typeface="Arial" panose="020B0604020202020204" pitchFamily="34" charset="0"/>
                      </a:endParaRPr>
                    </a:p>
                  </a:txBody>
                  <a:tcPr marL="45720" marR="4572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8ECF4"/>
                    </a:solidFill>
                  </a:tcPr>
                </a:tc>
                <a:tc>
                  <a:txBody>
                    <a:bodyPr/>
                    <a:lstStyle>
                      <a:lvl1pPr>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82638" indent="-325438">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219200" indent="-304800">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7367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1939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6511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31083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5655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40227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ctr" defTabSz="914400" rtl="0" eaLnBrk="1"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rPr>
                        <a:t>Timeout</a:t>
                      </a:r>
                      <a:endParaRPr kumimoji="0" lang="en-US" altLang="en-US" sz="1800" b="0" i="0" u="none" strike="noStrike" cap="none" normalizeH="0" baseline="0">
                        <a:ln>
                          <a:noFill/>
                        </a:ln>
                        <a:solidFill>
                          <a:srgbClr val="000000"/>
                        </a:solidFill>
                        <a:effectLst/>
                        <a:latin typeface="+mn-lt" charset="0"/>
                        <a:cs typeface="Calibri" panose="020F0502020204030204" pitchFamily="34" charset="0"/>
                        <a:sym typeface="Arial" panose="020B0604020202020204" pitchFamily="34" charset="0"/>
                      </a:endParaRPr>
                    </a:p>
                  </a:txBody>
                  <a:tcPr marL="45720" marR="4572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8ECF4"/>
                    </a:solidFill>
                  </a:tcPr>
                </a:tc>
                <a:tc>
                  <a:txBody>
                    <a:bodyPr/>
                    <a:lstStyle>
                      <a:lvl1pPr>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82638" indent="-325438">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219200" indent="-304800">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7367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1939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6511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31083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5655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40227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ctr" defTabSz="914400" rtl="0" eaLnBrk="1"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rPr>
                        <a:t>Retract actuator</a:t>
                      </a:r>
                      <a:endParaRPr kumimoji="0" lang="en-US" altLang="en-US" sz="1800" b="0" i="0" u="none" strike="noStrike" cap="none" normalizeH="0" baseline="0">
                        <a:ln>
                          <a:noFill/>
                        </a:ln>
                        <a:solidFill>
                          <a:srgbClr val="000000"/>
                        </a:solidFill>
                        <a:effectLst/>
                        <a:latin typeface="+mn-lt" charset="0"/>
                        <a:cs typeface="Calibri" panose="020F0502020204030204" pitchFamily="34" charset="0"/>
                        <a:sym typeface="Arial" panose="020B0604020202020204" pitchFamily="34" charset="0"/>
                      </a:endParaRPr>
                    </a:p>
                  </a:txBody>
                  <a:tcPr marL="45720" marR="4572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8ECF4"/>
                    </a:solidFill>
                  </a:tcPr>
                </a:tc>
                <a:extLst>
                  <a:ext uri="{0D108BD9-81ED-4DB2-BD59-A6C34878D82A}">
                    <a16:rowId xmlns:a16="http://schemas.microsoft.com/office/drawing/2014/main" val="2379347100"/>
                  </a:ext>
                </a:extLst>
              </a:tr>
              <a:tr h="450850">
                <a:tc>
                  <a:txBody>
                    <a:bodyPr/>
                    <a:lstStyle>
                      <a:lvl1pPr>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82638" indent="-325438">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219200" indent="-304800">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7367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1939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6511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31083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5655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40227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ctr" defTabSz="914400" rtl="0" eaLnBrk="1"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rPr>
                        <a:t>Sensor mismatch</a:t>
                      </a:r>
                      <a:endParaRPr kumimoji="0" lang="en-US" altLang="en-US" sz="1800" b="0" i="0" u="none" strike="noStrike" cap="none" normalizeH="0" baseline="0">
                        <a:ln>
                          <a:noFill/>
                        </a:ln>
                        <a:solidFill>
                          <a:srgbClr val="000000"/>
                        </a:solidFill>
                        <a:effectLst/>
                        <a:latin typeface="+mn-lt" charset="0"/>
                        <a:cs typeface="Calibri" panose="020F0502020204030204" pitchFamily="34" charset="0"/>
                        <a:sym typeface="Arial" panose="020B0604020202020204" pitchFamily="34" charset="0"/>
                      </a:endParaRPr>
                    </a:p>
                  </a:txBody>
                  <a:tcPr marL="45720" marR="4572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7E7"/>
                    </a:solidFill>
                  </a:tcPr>
                </a:tc>
                <a:tc>
                  <a:txBody>
                    <a:bodyPr/>
                    <a:lstStyle>
                      <a:lvl1pPr>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82638" indent="-325438">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219200" indent="-304800">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7367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1939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6511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31083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5655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40227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ctr" defTabSz="914400" rtl="0" eaLnBrk="1"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rPr>
                        <a:t>Plausibility</a:t>
                      </a:r>
                      <a:endParaRPr kumimoji="0" lang="en-US" altLang="en-US" sz="1800" b="0" i="0" u="none" strike="noStrike" cap="none" normalizeH="0" baseline="0">
                        <a:ln>
                          <a:noFill/>
                        </a:ln>
                        <a:solidFill>
                          <a:srgbClr val="000000"/>
                        </a:solidFill>
                        <a:effectLst/>
                        <a:latin typeface="+mn-lt" charset="0"/>
                        <a:cs typeface="Calibri" panose="020F0502020204030204" pitchFamily="34" charset="0"/>
                        <a:sym typeface="Arial" panose="020B0604020202020204" pitchFamily="34" charset="0"/>
                      </a:endParaRPr>
                    </a:p>
                  </a:txBody>
                  <a:tcPr marL="45720" marR="4572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7E7"/>
                    </a:solidFill>
                  </a:tcPr>
                </a:tc>
                <a:tc>
                  <a:txBody>
                    <a:bodyPr/>
                    <a:lstStyle>
                      <a:lvl1pPr>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82638" indent="-325438">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219200" indent="-304800">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7367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1939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6511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31083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5655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40227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ctr" defTabSz="914400" rtl="0" eaLnBrk="1"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rPr>
                        <a:t>Manual-only mode</a:t>
                      </a:r>
                      <a:endParaRPr kumimoji="0" lang="en-US" altLang="en-US" sz="1800" b="0" i="0" u="none" strike="noStrike" cap="none" normalizeH="0" baseline="0">
                        <a:ln>
                          <a:noFill/>
                        </a:ln>
                        <a:solidFill>
                          <a:srgbClr val="000000"/>
                        </a:solidFill>
                        <a:effectLst/>
                        <a:latin typeface="+mn-lt" charset="0"/>
                        <a:cs typeface="Calibri" panose="020F0502020204030204" pitchFamily="34" charset="0"/>
                        <a:sym typeface="Arial" panose="020B0604020202020204" pitchFamily="34" charset="0"/>
                      </a:endParaRPr>
                    </a:p>
                  </a:txBody>
                  <a:tcPr marL="45720" marR="4572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7E7"/>
                    </a:solidFill>
                  </a:tcPr>
                </a:tc>
                <a:extLst>
                  <a:ext uri="{0D108BD9-81ED-4DB2-BD59-A6C34878D82A}">
                    <a16:rowId xmlns:a16="http://schemas.microsoft.com/office/drawing/2014/main" val="556121861"/>
                  </a:ext>
                </a:extLst>
              </a:tr>
              <a:tr h="450850">
                <a:tc>
                  <a:txBody>
                    <a:bodyPr/>
                    <a:lstStyle>
                      <a:lvl1pPr>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82638" indent="-325438">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219200" indent="-304800">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7367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1939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6511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31083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5655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40227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ctr" defTabSz="914400" rtl="0" eaLnBrk="1"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rPr>
                        <a:t>Power loss</a:t>
                      </a:r>
                      <a:endParaRPr kumimoji="0" lang="en-US" altLang="en-US" sz="1800" b="0" i="0" u="none" strike="noStrike" cap="none" normalizeH="0" baseline="0">
                        <a:ln>
                          <a:noFill/>
                        </a:ln>
                        <a:solidFill>
                          <a:srgbClr val="000000"/>
                        </a:solidFill>
                        <a:effectLst/>
                        <a:latin typeface="+mn-lt" charset="0"/>
                        <a:cs typeface="Calibri" panose="020F0502020204030204" pitchFamily="34" charset="0"/>
                        <a:sym typeface="Arial" panose="020B0604020202020204" pitchFamily="34" charset="0"/>
                      </a:endParaRPr>
                    </a:p>
                  </a:txBody>
                  <a:tcPr marL="45720" marR="4572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8ECF4"/>
                    </a:solidFill>
                  </a:tcPr>
                </a:tc>
                <a:tc>
                  <a:txBody>
                    <a:bodyPr/>
                    <a:lstStyle>
                      <a:lvl1pPr>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82638" indent="-325438">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219200" indent="-304800">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7367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1939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6511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31083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5655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40227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ctr" defTabSz="914400" rtl="0" eaLnBrk="1"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rPr>
                        <a:t>Voltage drop</a:t>
                      </a:r>
                      <a:endParaRPr kumimoji="0" lang="en-US" altLang="en-US" sz="1800" b="0" i="0" u="none" strike="noStrike" cap="none" normalizeH="0" baseline="0" dirty="0">
                        <a:ln>
                          <a:noFill/>
                        </a:ln>
                        <a:solidFill>
                          <a:srgbClr val="000000"/>
                        </a:solidFill>
                        <a:effectLst/>
                        <a:latin typeface="+mn-lt" charset="0"/>
                        <a:cs typeface="Calibri" panose="020F0502020204030204" pitchFamily="34" charset="0"/>
                        <a:sym typeface="Arial" panose="020B0604020202020204" pitchFamily="34" charset="0"/>
                      </a:endParaRPr>
                    </a:p>
                  </a:txBody>
                  <a:tcPr marL="45720" marR="4572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8ECF4"/>
                    </a:solidFill>
                  </a:tcPr>
                </a:tc>
                <a:tc>
                  <a:txBody>
                    <a:bodyPr/>
                    <a:lstStyle>
                      <a:lvl1pPr>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82638" indent="-325438">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219200" indent="-304800">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7367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1939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6511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31083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5655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40227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ctr" defTabSz="914400" rtl="0" eaLnBrk="1"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rPr>
                        <a:t>Pedal returns to driver</a:t>
                      </a:r>
                      <a:endParaRPr kumimoji="0" lang="en-US" altLang="en-US" sz="1800" b="0" i="0" u="none" strike="noStrike" cap="none" normalizeH="0" baseline="0" dirty="0">
                        <a:ln>
                          <a:noFill/>
                        </a:ln>
                        <a:solidFill>
                          <a:srgbClr val="000000"/>
                        </a:solidFill>
                        <a:effectLst/>
                        <a:latin typeface="+mn-lt" charset="0"/>
                        <a:cs typeface="Calibri" panose="020F0502020204030204" pitchFamily="34" charset="0"/>
                        <a:sym typeface="Arial" panose="020B0604020202020204" pitchFamily="34" charset="0"/>
                      </a:endParaRPr>
                    </a:p>
                  </a:txBody>
                  <a:tcPr marL="45720" marR="4572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8ECF4"/>
                    </a:solidFill>
                  </a:tcPr>
                </a:tc>
                <a:extLst>
                  <a:ext uri="{0D108BD9-81ED-4DB2-BD59-A6C34878D82A}">
                    <a16:rowId xmlns:a16="http://schemas.microsoft.com/office/drawing/2014/main" val="1786686475"/>
                  </a:ext>
                </a:extLst>
              </a:tr>
            </a:tbl>
          </a:graphicData>
        </a:graphic>
      </p:graphicFrame>
      <p:sp>
        <p:nvSpPr>
          <p:cNvPr id="6207" name="Text Box 63" descr="TextBox 126">
            <a:extLst>
              <a:ext uri="{FF2B5EF4-FFF2-40B4-BE49-F238E27FC236}">
                <a16:creationId xmlns:a16="http://schemas.microsoft.com/office/drawing/2014/main" id="{8ACEDB29-08BD-5115-BAD1-82777E9F224B}"/>
              </a:ext>
            </a:extLst>
          </p:cNvPr>
          <p:cNvSpPr txBox="1">
            <a:spLocks/>
          </p:cNvSpPr>
          <p:nvPr/>
        </p:nvSpPr>
        <p:spPr bwMode="auto">
          <a:xfrm>
            <a:off x="5731669" y="1082675"/>
            <a:ext cx="6443662" cy="369332"/>
          </a:xfrm>
          <a:prstGeom prst="rect">
            <a:avLst/>
          </a:prstGeom>
          <a:solidFill>
            <a:schemeClr val="accent1"/>
          </a:solidFill>
          <a:ln w="25400" cap="flat" cmpd="sng">
            <a:solidFill>
              <a:srgbClr val="2136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fontAlgn="base" hangingPunct="0">
              <a:spcBef>
                <a:spcPct val="0"/>
              </a:spcBef>
              <a:spcAft>
                <a:spcPct val="0"/>
              </a:spcAft>
            </a:pPr>
            <a:r>
              <a:rPr lang="en-US" altLang="en-US" dirty="0">
                <a:solidFill>
                  <a:schemeClr val="bg1"/>
                </a:solidFill>
                <a:latin typeface="Calibri" panose="020F0502020204030204" pitchFamily="34" charset="0"/>
                <a:cs typeface="Calibri" panose="020F0502020204030204" pitchFamily="34" charset="0"/>
                <a:sym typeface="Calibri" panose="020F0502020204030204" pitchFamily="34" charset="0"/>
              </a:rPr>
              <a:t>DETERMINATION OF PEDAL FORCE </a:t>
            </a:r>
          </a:p>
        </p:txBody>
      </p:sp>
      <p:pic>
        <p:nvPicPr>
          <p:cNvPr id="6208" name="Picture 64" descr="Picture 127">
            <a:extLst>
              <a:ext uri="{FF2B5EF4-FFF2-40B4-BE49-F238E27FC236}">
                <a16:creationId xmlns:a16="http://schemas.microsoft.com/office/drawing/2014/main" id="{E860932D-3204-FB31-32E4-93288F026F1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45957" y="1482725"/>
            <a:ext cx="1700212" cy="1162050"/>
          </a:xfrm>
          <a:prstGeom prst="rect">
            <a:avLst/>
          </a:prstGeom>
          <a:noFill/>
          <a:ln w="25400" cap="flat" cmpd="sng">
            <a:solidFill>
              <a:srgbClr val="000000"/>
            </a:solidFill>
            <a:prstDash val="solid"/>
            <a:miter lim="400000"/>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209" name="Text Box 65" descr="TextBox 129">
            <a:extLst>
              <a:ext uri="{FF2B5EF4-FFF2-40B4-BE49-F238E27FC236}">
                <a16:creationId xmlns:a16="http://schemas.microsoft.com/office/drawing/2014/main" id="{A55A61CF-FEB3-CB15-8107-F422BD59EA5C}"/>
              </a:ext>
            </a:extLst>
          </p:cNvPr>
          <p:cNvSpPr txBox="1">
            <a:spLocks/>
          </p:cNvSpPr>
          <p:nvPr/>
        </p:nvSpPr>
        <p:spPr bwMode="auto">
          <a:xfrm>
            <a:off x="7757319" y="1446213"/>
            <a:ext cx="4464050" cy="923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fontAlgn="base" hangingPunct="0">
              <a:spcBef>
                <a:spcPct val="0"/>
              </a:spcBef>
              <a:spcAft>
                <a:spcPct val="0"/>
              </a:spcAft>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To calculate force applied by driver on brake pedal to ensure required braking forces calculations using button load cell</a:t>
            </a:r>
          </a:p>
        </p:txBody>
      </p:sp>
      <p:sp>
        <p:nvSpPr>
          <p:cNvPr id="6210" name="Text Box 66" descr="TextBox 131">
            <a:extLst>
              <a:ext uri="{FF2B5EF4-FFF2-40B4-BE49-F238E27FC236}">
                <a16:creationId xmlns:a16="http://schemas.microsoft.com/office/drawing/2014/main" id="{B9C132B6-4C91-22D6-243E-5F4D2E7601C2}"/>
              </a:ext>
            </a:extLst>
          </p:cNvPr>
          <p:cNvSpPr txBox="1">
            <a:spLocks/>
          </p:cNvSpPr>
          <p:nvPr/>
        </p:nvSpPr>
        <p:spPr bwMode="auto">
          <a:xfrm>
            <a:off x="7823398" y="2282826"/>
            <a:ext cx="3998913" cy="323165"/>
          </a:xfrm>
          <a:prstGeom prst="rect">
            <a:avLst/>
          </a:prstGeom>
          <a:gradFill rotWithShape="0">
            <a:gsLst>
              <a:gs pos="0">
                <a:srgbClr val="F0EAF9"/>
              </a:gs>
              <a:gs pos="65001">
                <a:srgbClr val="D8C9EE"/>
              </a:gs>
              <a:gs pos="100000">
                <a:srgbClr val="C8B2E9"/>
              </a:gs>
            </a:gsLst>
            <a:lin ang="5400000"/>
          </a:gradFill>
          <a:ln w="9525" cap="flat" cmpd="sng">
            <a:solidFill>
              <a:srgbClr val="7D60A0"/>
            </a:solidFill>
            <a:prstDash val="solid"/>
            <a:round/>
            <a:headEnd type="none" w="med" len="med"/>
            <a:tailEnd type="none" w="med" len="med"/>
          </a:ln>
          <a:effectLst>
            <a:outerShdw blurRad="38100" dist="20000" dir="5400000" algn="ctr" rotWithShape="0">
              <a:srgbClr val="000000">
                <a:alpha val="37999"/>
              </a:srgbClr>
            </a:outerShdw>
          </a:effectLst>
        </p:spPr>
        <p:txBody>
          <a:bodyPr lIns="45720" rIns="45720">
            <a:spAutoFit/>
          </a:bodyPr>
          <a:lstStyle/>
          <a:p>
            <a:pPr algn="ctr" fontAlgn="base" hangingPunct="0">
              <a:spcBef>
                <a:spcPts val="300"/>
              </a:spcBef>
              <a:spcAft>
                <a:spcPct val="0"/>
              </a:spcAft>
            </a:pPr>
            <a:r>
              <a:rPr lang="en-US" altLang="en-US" sz="1500" dirty="0">
                <a:solidFill>
                  <a:srgbClr val="000000"/>
                </a:solidFill>
                <a:latin typeface="Calibri" panose="020F0502020204030204" pitchFamily="34" charset="0"/>
                <a:cs typeface="Calibri" panose="020F0502020204030204" pitchFamily="34" charset="0"/>
                <a:sym typeface="Calibri" panose="020F0502020204030204" pitchFamily="34" charset="0"/>
              </a:rPr>
              <a:t>Result:</a:t>
            </a:r>
            <a:r>
              <a:rPr lang="en-US" altLang="en-US" sz="1400" dirty="0">
                <a:solidFill>
                  <a:srgbClr val="000000"/>
                </a:solidFill>
                <a:latin typeface="Calibri" panose="020F0502020204030204" pitchFamily="34" charset="0"/>
                <a:cs typeface="Calibri" panose="020F0502020204030204" pitchFamily="34" charset="0"/>
                <a:sym typeface="Calibri" panose="020F0502020204030204" pitchFamily="34" charset="0"/>
              </a:rPr>
              <a:t> </a:t>
            </a:r>
            <a:r>
              <a:rPr lang="en-US" altLang="en-US" sz="1500" dirty="0">
                <a:solidFill>
                  <a:srgbClr val="000000"/>
                </a:solidFill>
                <a:latin typeface="Calibri" panose="020F0502020204030204" pitchFamily="34" charset="0"/>
                <a:cs typeface="Calibri" panose="020F0502020204030204" pitchFamily="34" charset="0"/>
                <a:sym typeface="Calibri" panose="020F0502020204030204" pitchFamily="34" charset="0"/>
              </a:rPr>
              <a:t>Required Force: 450 N (30–60 </a:t>
            </a:r>
            <a:r>
              <a:rPr lang="en-US" altLang="en-US" sz="1500" dirty="0" err="1">
                <a:solidFill>
                  <a:srgbClr val="000000"/>
                </a:solidFill>
                <a:latin typeface="Calibri" panose="020F0502020204030204" pitchFamily="34" charset="0"/>
                <a:cs typeface="Calibri" panose="020F0502020204030204" pitchFamily="34" charset="0"/>
                <a:sym typeface="Calibri" panose="020F0502020204030204" pitchFamily="34" charset="0"/>
              </a:rPr>
              <a:t>kgf</a:t>
            </a:r>
            <a:r>
              <a:rPr lang="en-US" altLang="en-US" sz="1500" dirty="0">
                <a:solidFill>
                  <a:srgbClr val="000000"/>
                </a:solidFill>
                <a:latin typeface="Calibri" panose="020F0502020204030204" pitchFamily="34" charset="0"/>
                <a:cs typeface="Calibri" panose="020F0502020204030204" pitchFamily="34" charset="0"/>
                <a:sym typeface="Calibri" panose="020F0502020204030204" pitchFamily="34" charset="0"/>
              </a:rPr>
              <a:t>)</a:t>
            </a:r>
            <a:endParaRPr lang="en-US" altLang="en-US" sz="1400" dirty="0">
              <a:solidFill>
                <a:srgbClr val="000000"/>
              </a:solidFill>
              <a:latin typeface="Calibri" panose="020F0502020204030204" pitchFamily="34" charset="0"/>
              <a:cs typeface="Calibri" panose="020F0502020204030204" pitchFamily="34" charset="0"/>
              <a:sym typeface="Calibri" panose="020F0502020204030204" pitchFamily="34" charset="0"/>
            </a:endParaRPr>
          </a:p>
        </p:txBody>
      </p:sp>
      <p:sp>
        <p:nvSpPr>
          <p:cNvPr id="6211" name="Text Box 67" descr="TextBox 133">
            <a:extLst>
              <a:ext uri="{FF2B5EF4-FFF2-40B4-BE49-F238E27FC236}">
                <a16:creationId xmlns:a16="http://schemas.microsoft.com/office/drawing/2014/main" id="{6E0E2052-3FB7-AC96-62BD-F06A62332053}"/>
              </a:ext>
            </a:extLst>
          </p:cNvPr>
          <p:cNvSpPr txBox="1">
            <a:spLocks/>
          </p:cNvSpPr>
          <p:nvPr/>
        </p:nvSpPr>
        <p:spPr bwMode="auto">
          <a:xfrm>
            <a:off x="5723731" y="2713038"/>
            <a:ext cx="6459538" cy="369332"/>
          </a:xfrm>
          <a:prstGeom prst="rect">
            <a:avLst/>
          </a:prstGeom>
          <a:solidFill>
            <a:schemeClr val="accent1"/>
          </a:solidFill>
          <a:ln w="25400" cap="flat" cmpd="sng">
            <a:solidFill>
              <a:srgbClr val="2136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fontAlgn="base" hangingPunct="0">
              <a:spcBef>
                <a:spcPct val="0"/>
              </a:spcBef>
              <a:spcAft>
                <a:spcPct val="0"/>
              </a:spcAft>
            </a:pPr>
            <a:r>
              <a:rPr lang="en-US" altLang="en-US" b="1" dirty="0">
                <a:solidFill>
                  <a:schemeClr val="bg1"/>
                </a:solidFill>
                <a:latin typeface="Calibri" panose="020F0502020204030204" pitchFamily="34" charset="0"/>
                <a:cs typeface="Calibri" panose="020F0502020204030204" pitchFamily="34" charset="0"/>
                <a:sym typeface="Calibri" panose="020F0502020204030204" pitchFamily="34" charset="0"/>
              </a:rPr>
              <a:t>Actuator Selection for BRAKES</a:t>
            </a:r>
          </a:p>
        </p:txBody>
      </p:sp>
      <p:sp>
        <p:nvSpPr>
          <p:cNvPr id="6212" name="Text Box 68" descr="TextBox 135">
            <a:extLst>
              <a:ext uri="{FF2B5EF4-FFF2-40B4-BE49-F238E27FC236}">
                <a16:creationId xmlns:a16="http://schemas.microsoft.com/office/drawing/2014/main" id="{66B6B160-71BA-CD19-4651-FD97B05DAA42}"/>
              </a:ext>
            </a:extLst>
          </p:cNvPr>
          <p:cNvSpPr txBox="1">
            <a:spLocks/>
          </p:cNvSpPr>
          <p:nvPr/>
        </p:nvSpPr>
        <p:spPr bwMode="auto">
          <a:xfrm>
            <a:off x="5745957" y="3144838"/>
            <a:ext cx="6227763"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lvl1pPr marL="285750" indent="-285750">
              <a:defRPr>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a:defRPr>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a:defRPr>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a:defRPr>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a:defRPr>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457200" indent="1828800"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914400" indent="1828800"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1371600" indent="1828800"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1828800" indent="1828800"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fontAlgn="base" hangingPunct="0">
              <a:spcBef>
                <a:spcPct val="0"/>
              </a:spcBef>
              <a:spcAft>
                <a:spcPct val="0"/>
              </a:spcAft>
              <a:buSzPct val="100000"/>
              <a:buFont typeface="Arial" panose="020B0604020202020204" pitchFamily="34" charset="0"/>
              <a:buChar char="•"/>
            </a:pPr>
            <a:r>
              <a:rPr lang="en-US" altLang="en-US"/>
              <a:t>12V Linear Actuator with Position Feedback</a:t>
            </a:r>
          </a:p>
        </p:txBody>
      </p:sp>
      <p:sp>
        <p:nvSpPr>
          <p:cNvPr id="6213" name="Text Box 69" descr="TextBox 137">
            <a:extLst>
              <a:ext uri="{FF2B5EF4-FFF2-40B4-BE49-F238E27FC236}">
                <a16:creationId xmlns:a16="http://schemas.microsoft.com/office/drawing/2014/main" id="{506A358C-0A0B-63C9-B6E6-59FEDABD1912}"/>
              </a:ext>
            </a:extLst>
          </p:cNvPr>
          <p:cNvSpPr txBox="1">
            <a:spLocks/>
          </p:cNvSpPr>
          <p:nvPr/>
        </p:nvSpPr>
        <p:spPr bwMode="auto">
          <a:xfrm>
            <a:off x="5745957" y="3370263"/>
            <a:ext cx="4329113"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lvl1pPr marL="285750" indent="-285750">
              <a:defRPr>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a:defRPr>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a:defRPr>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a:defRPr>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a:defRPr>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457200" indent="1828800"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914400" indent="1828800"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1371600" indent="1828800"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1828800" indent="1828800"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fontAlgn="base" hangingPunct="0">
              <a:spcBef>
                <a:spcPct val="0"/>
              </a:spcBef>
              <a:spcAft>
                <a:spcPct val="0"/>
              </a:spcAft>
              <a:buSzPct val="100000"/>
              <a:buFont typeface="Arial" panose="020B0604020202020204" pitchFamily="34" charset="0"/>
              <a:buChar char="•"/>
            </a:pPr>
            <a:r>
              <a:rPr lang="en-US" altLang="en-US" b="1"/>
              <a:t>Required Force</a:t>
            </a:r>
            <a:r>
              <a:rPr lang="en-US" altLang="en-US"/>
              <a:t>: </a:t>
            </a:r>
            <a:r>
              <a:rPr lang="en-US" altLang="en-US" b="1"/>
              <a:t>300–600 N</a:t>
            </a:r>
            <a:r>
              <a:rPr lang="en-US" altLang="en-US"/>
              <a:t> (30–60 kgf)</a:t>
            </a:r>
            <a:endParaRPr lang="en-US" altLang="en-US" b="1"/>
          </a:p>
        </p:txBody>
      </p:sp>
      <p:sp>
        <p:nvSpPr>
          <p:cNvPr id="6214" name="Text Box 70" descr="TextBox 139">
            <a:extLst>
              <a:ext uri="{FF2B5EF4-FFF2-40B4-BE49-F238E27FC236}">
                <a16:creationId xmlns:a16="http://schemas.microsoft.com/office/drawing/2014/main" id="{79C7720F-877F-66C4-CD61-F895947D3184}"/>
              </a:ext>
            </a:extLst>
          </p:cNvPr>
          <p:cNvSpPr txBox="1">
            <a:spLocks/>
          </p:cNvSpPr>
          <p:nvPr/>
        </p:nvSpPr>
        <p:spPr bwMode="auto">
          <a:xfrm>
            <a:off x="5745957" y="3658434"/>
            <a:ext cx="6227762"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lvl1pPr marL="285750" indent="-285750">
              <a:defRPr>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a:defRPr>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a:defRPr>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a:defRPr>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a:defRPr>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457200" indent="1828800"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914400" indent="1828800"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1371600" indent="1828800"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1828800" indent="1828800"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fontAlgn="base" hangingPunct="0">
              <a:spcBef>
                <a:spcPct val="0"/>
              </a:spcBef>
              <a:spcAft>
                <a:spcPct val="0"/>
              </a:spcAft>
              <a:buSzPct val="100000"/>
              <a:buFont typeface="Arial" panose="020B0604020202020204" pitchFamily="34" charset="0"/>
              <a:buChar char="•"/>
            </a:pPr>
            <a:r>
              <a:rPr lang="en-US" altLang="en-US" b="1" dirty="0"/>
              <a:t>Stroke</a:t>
            </a:r>
            <a:r>
              <a:rPr lang="en-US" altLang="en-US" dirty="0"/>
              <a:t>:</a:t>
            </a:r>
            <a:r>
              <a:rPr lang="en-US" altLang="en-US" b="1" dirty="0"/>
              <a:t>70-150 mm</a:t>
            </a:r>
          </a:p>
        </p:txBody>
      </p:sp>
      <p:sp>
        <p:nvSpPr>
          <p:cNvPr id="6215" name="Text Box 71" descr="TextBox 141">
            <a:extLst>
              <a:ext uri="{FF2B5EF4-FFF2-40B4-BE49-F238E27FC236}">
                <a16:creationId xmlns:a16="http://schemas.microsoft.com/office/drawing/2014/main" id="{38C5160C-4253-0C25-991A-549B1E0E5F5C}"/>
              </a:ext>
            </a:extLst>
          </p:cNvPr>
          <p:cNvSpPr txBox="1">
            <a:spLocks/>
          </p:cNvSpPr>
          <p:nvPr/>
        </p:nvSpPr>
        <p:spPr bwMode="auto">
          <a:xfrm>
            <a:off x="5745957" y="3976688"/>
            <a:ext cx="6227763"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lvl1pPr marL="285750" indent="-285750">
              <a:defRPr>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a:defRPr>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a:defRPr>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a:defRPr>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a:defRPr>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457200" indent="1828800"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914400" indent="1828800"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1371600" indent="1828800"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1828800" indent="1828800"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fontAlgn="base" hangingPunct="0">
              <a:spcBef>
                <a:spcPct val="0"/>
              </a:spcBef>
              <a:spcAft>
                <a:spcPct val="0"/>
              </a:spcAft>
              <a:buSzPct val="100000"/>
              <a:buFont typeface="Arial" panose="020B0604020202020204" pitchFamily="34" charset="0"/>
              <a:buChar char="•"/>
            </a:pPr>
            <a:r>
              <a:rPr lang="en-US" altLang="en-US" b="1"/>
              <a:t>Speed</a:t>
            </a:r>
            <a:r>
              <a:rPr lang="en-US" altLang="en-US"/>
              <a:t>:</a:t>
            </a:r>
            <a:r>
              <a:rPr lang="en-US" altLang="en-US" b="1"/>
              <a:t>20–50 mm/s</a:t>
            </a:r>
          </a:p>
        </p:txBody>
      </p:sp>
      <p:pic>
        <p:nvPicPr>
          <p:cNvPr id="6216" name="Picture 72" descr="Picture 143">
            <a:extLst>
              <a:ext uri="{FF2B5EF4-FFF2-40B4-BE49-F238E27FC236}">
                <a16:creationId xmlns:a16="http://schemas.microsoft.com/office/drawing/2014/main" id="{6661EB44-7FBD-DCCF-EA3D-163B4CF0D19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32601" y="4711701"/>
            <a:ext cx="2839300" cy="17271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217" name="Text Box 73" descr="TextBox 144">
            <a:extLst>
              <a:ext uri="{FF2B5EF4-FFF2-40B4-BE49-F238E27FC236}">
                <a16:creationId xmlns:a16="http://schemas.microsoft.com/office/drawing/2014/main" id="{332613E7-8C92-417B-CB7E-03F884D9CD1D}"/>
              </a:ext>
            </a:extLst>
          </p:cNvPr>
          <p:cNvSpPr txBox="1">
            <a:spLocks/>
          </p:cNvSpPr>
          <p:nvPr/>
        </p:nvSpPr>
        <p:spPr bwMode="auto">
          <a:xfrm>
            <a:off x="9260681" y="4294188"/>
            <a:ext cx="2943225" cy="369332"/>
          </a:xfrm>
          <a:prstGeom prst="rect">
            <a:avLst/>
          </a:prstGeom>
          <a:solidFill>
            <a:schemeClr val="accent1"/>
          </a:solidFill>
          <a:ln>
            <a:noFill/>
          </a:ln>
          <a:effectLst/>
        </p:spPr>
        <p:txBody>
          <a:bodyPr wrap="square" lIns="45720" rIns="45720">
            <a:spAutoFit/>
          </a:bodyPr>
          <a:lstStyle>
            <a:lvl1pPr defTabSz="912813">
              <a:defRPr>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defTabSz="912813">
              <a:defRPr>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defTabSz="912813">
              <a:defRPr>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defTabSz="912813">
              <a:defRPr>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defTabSz="912813">
              <a:defRPr>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457200" indent="1828800" defTabSz="912813"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914400" indent="1828800" defTabSz="912813"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1371600" indent="1828800" defTabSz="912813"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1828800" indent="1828800" defTabSz="912813"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algn="ctr" fontAlgn="base" hangingPunct="0">
              <a:spcBef>
                <a:spcPct val="0"/>
              </a:spcBef>
              <a:spcAft>
                <a:spcPct val="0"/>
              </a:spcAft>
            </a:pPr>
            <a:r>
              <a:rPr lang="en-US" altLang="en-US" b="1" dirty="0">
                <a:solidFill>
                  <a:schemeClr val="bg1"/>
                </a:solidFill>
              </a:rPr>
              <a:t>Hardware Architecture </a:t>
            </a:r>
          </a:p>
        </p:txBody>
      </p:sp>
      <p:pic>
        <p:nvPicPr>
          <p:cNvPr id="6218" name="Picture 74" descr="Picture 4">
            <a:extLst>
              <a:ext uri="{FF2B5EF4-FFF2-40B4-BE49-F238E27FC236}">
                <a16:creationId xmlns:a16="http://schemas.microsoft.com/office/drawing/2014/main" id="{DD1037F6-C47C-2193-D24B-711011C5BA25}"/>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51318" y="3129093"/>
            <a:ext cx="1055688" cy="10126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219" name="Text Box 75" descr="TextBox 145">
            <a:extLst>
              <a:ext uri="{FF2B5EF4-FFF2-40B4-BE49-F238E27FC236}">
                <a16:creationId xmlns:a16="http://schemas.microsoft.com/office/drawing/2014/main" id="{8C4DE052-5EE8-8400-1C0A-33F2BF0E8753}"/>
              </a:ext>
            </a:extLst>
          </p:cNvPr>
          <p:cNvSpPr txBox="1">
            <a:spLocks/>
          </p:cNvSpPr>
          <p:nvPr/>
        </p:nvSpPr>
        <p:spPr bwMode="auto">
          <a:xfrm>
            <a:off x="10230460" y="3958861"/>
            <a:ext cx="1655762"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fontAlgn="base" hangingPunct="0">
              <a:spcBef>
                <a:spcPct val="0"/>
              </a:spcBef>
              <a:spcAft>
                <a:spcPct val="0"/>
              </a:spcAft>
            </a:pPr>
            <a:r>
              <a:rPr lang="en-US" altLang="en-US" dirty="0">
                <a:solidFill>
                  <a:srgbClr val="000000"/>
                </a:solidFill>
                <a:latin typeface="Calibri" panose="020F0502020204030204" pitchFamily="34" charset="0"/>
                <a:cs typeface="Calibri" panose="020F0502020204030204" pitchFamily="34" charset="0"/>
                <a:sym typeface="Calibri" panose="020F0502020204030204" pitchFamily="34" charset="0"/>
              </a:rPr>
              <a:t>Linear Actuator</a:t>
            </a:r>
          </a:p>
        </p:txBody>
      </p:sp>
      <p:sp>
        <p:nvSpPr>
          <p:cNvPr id="6220" name="Text Box 76" descr="TextBox 146">
            <a:extLst>
              <a:ext uri="{FF2B5EF4-FFF2-40B4-BE49-F238E27FC236}">
                <a16:creationId xmlns:a16="http://schemas.microsoft.com/office/drawing/2014/main" id="{E149C4D3-FD0A-A92E-092B-A2F8218AEE39}"/>
              </a:ext>
            </a:extLst>
          </p:cNvPr>
          <p:cNvSpPr txBox="1">
            <a:spLocks/>
          </p:cNvSpPr>
          <p:nvPr/>
        </p:nvSpPr>
        <p:spPr bwMode="auto">
          <a:xfrm>
            <a:off x="5739607" y="4294188"/>
            <a:ext cx="3502025" cy="369332"/>
          </a:xfrm>
          <a:prstGeom prst="rect">
            <a:avLst/>
          </a:prstGeom>
          <a:solidFill>
            <a:schemeClr val="accent1"/>
          </a:solidFill>
          <a:ln w="25400" cap="flat" cmpd="sng">
            <a:solidFill>
              <a:srgbClr val="2136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fontAlgn="base" hangingPunct="0">
              <a:spcBef>
                <a:spcPct val="0"/>
              </a:spcBef>
              <a:spcAft>
                <a:spcPct val="0"/>
              </a:spcAft>
            </a:pPr>
            <a:r>
              <a:rPr lang="en-US" altLang="en-US" b="1" dirty="0">
                <a:solidFill>
                  <a:schemeClr val="bg1"/>
                </a:solidFill>
                <a:sym typeface="Calibri" panose="020F0502020204030204" pitchFamily="34" charset="0"/>
              </a:rPr>
              <a:t>Sensors used :</a:t>
            </a:r>
          </a:p>
        </p:txBody>
      </p:sp>
      <p:pic>
        <p:nvPicPr>
          <p:cNvPr id="6221" name="Picture 77" descr="Picture 6">
            <a:extLst>
              <a:ext uri="{FF2B5EF4-FFF2-40B4-BE49-F238E27FC236}">
                <a16:creationId xmlns:a16="http://schemas.microsoft.com/office/drawing/2014/main" id="{7341EEA9-A001-E2A8-F772-F4B2C51595EA}"/>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11070" y="4678363"/>
            <a:ext cx="681037" cy="679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222" name="Text Box 78" descr="TextBox 147">
            <a:extLst>
              <a:ext uri="{FF2B5EF4-FFF2-40B4-BE49-F238E27FC236}">
                <a16:creationId xmlns:a16="http://schemas.microsoft.com/office/drawing/2014/main" id="{2BEB9B65-EAFE-F151-1EEF-5EF229738A31}"/>
              </a:ext>
            </a:extLst>
          </p:cNvPr>
          <p:cNvSpPr txBox="1">
            <a:spLocks/>
          </p:cNvSpPr>
          <p:nvPr/>
        </p:nvSpPr>
        <p:spPr bwMode="auto">
          <a:xfrm>
            <a:off x="5755481" y="5243513"/>
            <a:ext cx="1771650" cy="5539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fontAlgn="base" hangingPunct="0">
              <a:spcBef>
                <a:spcPct val="0"/>
              </a:spcBef>
              <a:spcAft>
                <a:spcPct val="0"/>
              </a:spcAft>
            </a:pPr>
            <a:r>
              <a:rPr lang="en-US" altLang="en-US" sz="1500">
                <a:solidFill>
                  <a:srgbClr val="000000"/>
                </a:solidFill>
                <a:latin typeface="Calibri" panose="020F0502020204030204" pitchFamily="34" charset="0"/>
                <a:cs typeface="Calibri" panose="020F0502020204030204" pitchFamily="34" charset="0"/>
                <a:sym typeface="Calibri" panose="020F0502020204030204" pitchFamily="34" charset="0"/>
              </a:rPr>
              <a:t>Pressure Transducer</a:t>
            </a:r>
            <a:br>
              <a:rPr lang="en-US" altLang="en-US" sz="1500">
                <a:solidFill>
                  <a:srgbClr val="000000"/>
                </a:solidFill>
                <a:latin typeface="Calibri" panose="020F0502020204030204" pitchFamily="34" charset="0"/>
                <a:cs typeface="Calibri" panose="020F0502020204030204" pitchFamily="34" charset="0"/>
                <a:sym typeface="Calibri" panose="020F0502020204030204" pitchFamily="34" charset="0"/>
              </a:rPr>
            </a:br>
            <a:endParaRPr lang="en-US" altLang="en-US" sz="1500">
              <a:solidFill>
                <a:srgbClr val="000000"/>
              </a:solidFill>
              <a:latin typeface="Calibri" panose="020F0502020204030204" pitchFamily="34" charset="0"/>
              <a:cs typeface="Calibri" panose="020F0502020204030204" pitchFamily="34" charset="0"/>
              <a:sym typeface="Calibri" panose="020F0502020204030204" pitchFamily="34" charset="0"/>
            </a:endParaRPr>
          </a:p>
        </p:txBody>
      </p:sp>
      <p:sp>
        <p:nvSpPr>
          <p:cNvPr id="6223" name="Rectangle 79" descr="Rectangle 154">
            <a:extLst>
              <a:ext uri="{FF2B5EF4-FFF2-40B4-BE49-F238E27FC236}">
                <a16:creationId xmlns:a16="http://schemas.microsoft.com/office/drawing/2014/main" id="{C4B94BEC-0210-622A-66DA-48E879004674}"/>
              </a:ext>
            </a:extLst>
          </p:cNvPr>
          <p:cNvSpPr>
            <a:spLocks/>
          </p:cNvSpPr>
          <p:nvPr/>
        </p:nvSpPr>
        <p:spPr bwMode="auto">
          <a:xfrm>
            <a:off x="5731670" y="2706689"/>
            <a:ext cx="6472237" cy="1576387"/>
          </a:xfrm>
          <a:prstGeom prst="rect">
            <a:avLst/>
          </a:prstGeom>
          <a:noFill/>
          <a:ln w="127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nchor="ctr"/>
          <a:lstStyle/>
          <a:p>
            <a:pPr algn="ctr" fontAlgn="base" hangingPunct="0">
              <a:spcBef>
                <a:spcPct val="0"/>
              </a:spcBef>
              <a:spcAft>
                <a:spcPct val="0"/>
              </a:spcAft>
            </a:pPr>
            <a:endParaRPr lang="en-US" altLang="en-US">
              <a:solidFill>
                <a:srgbClr val="FFFFFF"/>
              </a:solidFill>
              <a:latin typeface="Calibri" panose="020F0502020204030204" pitchFamily="34" charset="0"/>
              <a:cs typeface="Calibri" panose="020F0502020204030204" pitchFamily="34" charset="0"/>
              <a:sym typeface="Calibri" panose="020F0502020204030204" pitchFamily="34" charset="0"/>
            </a:endParaRPr>
          </a:p>
        </p:txBody>
      </p:sp>
      <p:sp>
        <p:nvSpPr>
          <p:cNvPr id="6224" name="Rectangle 80" descr="Rectangle 155">
            <a:extLst>
              <a:ext uri="{FF2B5EF4-FFF2-40B4-BE49-F238E27FC236}">
                <a16:creationId xmlns:a16="http://schemas.microsoft.com/office/drawing/2014/main" id="{53CDC50F-ECD7-1966-51B9-3C3A720A9309}"/>
              </a:ext>
            </a:extLst>
          </p:cNvPr>
          <p:cNvSpPr>
            <a:spLocks/>
          </p:cNvSpPr>
          <p:nvPr/>
        </p:nvSpPr>
        <p:spPr bwMode="auto">
          <a:xfrm>
            <a:off x="9260681" y="4295775"/>
            <a:ext cx="2984500" cy="2178050"/>
          </a:xfrm>
          <a:prstGeom prst="rect">
            <a:avLst/>
          </a:prstGeom>
          <a:noFill/>
          <a:ln w="127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nchor="ctr"/>
          <a:lstStyle/>
          <a:p>
            <a:pPr algn="ctr" fontAlgn="base" hangingPunct="0">
              <a:spcBef>
                <a:spcPct val="0"/>
              </a:spcBef>
              <a:spcAft>
                <a:spcPct val="0"/>
              </a:spcAft>
            </a:pPr>
            <a:endParaRPr lang="en-US" altLang="en-US">
              <a:solidFill>
                <a:srgbClr val="FFFFFF"/>
              </a:solidFill>
              <a:latin typeface="Calibri" panose="020F0502020204030204" pitchFamily="34" charset="0"/>
              <a:cs typeface="Calibri" panose="020F0502020204030204" pitchFamily="34" charset="0"/>
              <a:sym typeface="Calibri" panose="020F0502020204030204" pitchFamily="34" charset="0"/>
            </a:endParaRPr>
          </a:p>
        </p:txBody>
      </p:sp>
      <p:pic>
        <p:nvPicPr>
          <p:cNvPr id="6225" name="Picture 81" descr="Picture 8">
            <a:extLst>
              <a:ext uri="{FF2B5EF4-FFF2-40B4-BE49-F238E27FC236}">
                <a16:creationId xmlns:a16="http://schemas.microsoft.com/office/drawing/2014/main" id="{FF3CC496-CC27-70B0-6087-B160003BF219}"/>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058945" y="4711701"/>
            <a:ext cx="536575"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226" name="Text Box 82" descr="TextBox 149">
            <a:extLst>
              <a:ext uri="{FF2B5EF4-FFF2-40B4-BE49-F238E27FC236}">
                <a16:creationId xmlns:a16="http://schemas.microsoft.com/office/drawing/2014/main" id="{67B0C05E-9AC8-0029-87DC-860D3497A2CA}"/>
              </a:ext>
            </a:extLst>
          </p:cNvPr>
          <p:cNvSpPr txBox="1">
            <a:spLocks/>
          </p:cNvSpPr>
          <p:nvPr/>
        </p:nvSpPr>
        <p:spPr bwMode="auto">
          <a:xfrm>
            <a:off x="7385845" y="5246689"/>
            <a:ext cx="2293937" cy="3231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fontAlgn="base" hangingPunct="0">
              <a:spcBef>
                <a:spcPct val="0"/>
              </a:spcBef>
              <a:spcAft>
                <a:spcPct val="0"/>
              </a:spcAft>
            </a:pPr>
            <a:r>
              <a:rPr lang="en-US" altLang="en-US" sz="1500">
                <a:solidFill>
                  <a:srgbClr val="000000"/>
                </a:solidFill>
                <a:latin typeface="Calibri" panose="020F0502020204030204" pitchFamily="34" charset="0"/>
                <a:cs typeface="Calibri" panose="020F0502020204030204" pitchFamily="34" charset="0"/>
                <a:sym typeface="Calibri" panose="020F0502020204030204" pitchFamily="34" charset="0"/>
              </a:rPr>
              <a:t>Linear Potentiometer</a:t>
            </a:r>
          </a:p>
        </p:txBody>
      </p:sp>
      <p:sp>
        <p:nvSpPr>
          <p:cNvPr id="6227" name="Text Box 83" descr="TextBox 150">
            <a:extLst>
              <a:ext uri="{FF2B5EF4-FFF2-40B4-BE49-F238E27FC236}">
                <a16:creationId xmlns:a16="http://schemas.microsoft.com/office/drawing/2014/main" id="{F379CD92-BD1C-9D4F-C680-413A450C06DA}"/>
              </a:ext>
            </a:extLst>
          </p:cNvPr>
          <p:cNvSpPr txBox="1">
            <a:spLocks/>
          </p:cNvSpPr>
          <p:nvPr/>
        </p:nvSpPr>
        <p:spPr bwMode="auto">
          <a:xfrm>
            <a:off x="7362032" y="5484813"/>
            <a:ext cx="1725613" cy="1077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lvl1pPr marL="285750" indent="-285750">
              <a:defRPr>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a:defRPr>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a:defRPr>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a:defRPr>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a:defRPr>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457200" indent="1828800"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914400" indent="1828800"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1371600" indent="1828800"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1828800" indent="1828800"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fontAlgn="base" hangingPunct="0">
              <a:spcBef>
                <a:spcPct val="0"/>
              </a:spcBef>
              <a:spcAft>
                <a:spcPct val="0"/>
              </a:spcAft>
              <a:buSzPct val="100000"/>
              <a:buFont typeface="Arial" panose="020B0604020202020204" pitchFamily="34" charset="0"/>
              <a:buChar char="•"/>
            </a:pPr>
            <a:r>
              <a:rPr lang="en-US" altLang="en-US" sz="1600" b="1"/>
              <a:t>Stroke</a:t>
            </a:r>
            <a:r>
              <a:rPr lang="en-US" altLang="en-US" sz="1600"/>
              <a:t>: </a:t>
            </a:r>
            <a:r>
              <a:rPr lang="en-US" altLang="en-US" sz="1600" b="1"/>
              <a:t>Upto 150 mm</a:t>
            </a:r>
          </a:p>
          <a:p>
            <a:pPr fontAlgn="base" hangingPunct="0">
              <a:spcBef>
                <a:spcPct val="0"/>
              </a:spcBef>
              <a:spcAft>
                <a:spcPct val="0"/>
              </a:spcAft>
              <a:buSzPct val="100000"/>
              <a:buFont typeface="Arial" panose="020B0604020202020204" pitchFamily="34" charset="0"/>
              <a:buChar char="•"/>
            </a:pPr>
            <a:r>
              <a:rPr lang="en-US" altLang="en-US" sz="1600" b="1"/>
              <a:t>Voltage Output: 0-5V</a:t>
            </a:r>
          </a:p>
        </p:txBody>
      </p:sp>
      <p:sp>
        <p:nvSpPr>
          <p:cNvPr id="6228" name="Rectangle 84" descr="Rectangle 155">
            <a:extLst>
              <a:ext uri="{FF2B5EF4-FFF2-40B4-BE49-F238E27FC236}">
                <a16:creationId xmlns:a16="http://schemas.microsoft.com/office/drawing/2014/main" id="{BDD74BF8-B07B-7E37-FA82-C702C7ACE434}"/>
              </a:ext>
            </a:extLst>
          </p:cNvPr>
          <p:cNvSpPr>
            <a:spLocks/>
          </p:cNvSpPr>
          <p:nvPr/>
        </p:nvSpPr>
        <p:spPr bwMode="auto">
          <a:xfrm>
            <a:off x="3574257" y="1493839"/>
            <a:ext cx="2149475" cy="2390775"/>
          </a:xfrm>
          <a:prstGeom prst="rect">
            <a:avLst/>
          </a:prstGeom>
          <a:noFill/>
          <a:ln w="127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nchor="ctr"/>
          <a:lstStyle/>
          <a:p>
            <a:pPr algn="ctr" fontAlgn="base" hangingPunct="0">
              <a:spcBef>
                <a:spcPct val="0"/>
              </a:spcBef>
              <a:spcAft>
                <a:spcPct val="0"/>
              </a:spcAft>
            </a:pPr>
            <a:endParaRPr lang="en-US" altLang="en-US">
              <a:solidFill>
                <a:srgbClr val="FFFFFF"/>
              </a:solidFill>
              <a:latin typeface="Calibri" panose="020F0502020204030204" pitchFamily="34" charset="0"/>
              <a:cs typeface="Calibri" panose="020F0502020204030204" pitchFamily="34" charset="0"/>
              <a:sym typeface="Calibri" panose="020F0502020204030204" pitchFamily="34" charset="0"/>
            </a:endParaRPr>
          </a:p>
        </p:txBody>
      </p:sp>
      <p:sp>
        <p:nvSpPr>
          <p:cNvPr id="6229" name="Text Box 85" descr="TextBox 150">
            <a:extLst>
              <a:ext uri="{FF2B5EF4-FFF2-40B4-BE49-F238E27FC236}">
                <a16:creationId xmlns:a16="http://schemas.microsoft.com/office/drawing/2014/main" id="{2ABC9074-0DF0-D91E-4D4C-2D51D63FA233}"/>
              </a:ext>
            </a:extLst>
          </p:cNvPr>
          <p:cNvSpPr txBox="1">
            <a:spLocks/>
          </p:cNvSpPr>
          <p:nvPr/>
        </p:nvSpPr>
        <p:spPr bwMode="auto">
          <a:xfrm>
            <a:off x="5755481" y="5427663"/>
            <a:ext cx="1771650" cy="1077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lvl1pPr marL="285750" indent="-285750">
              <a:defRPr>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a:defRPr>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a:defRPr>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a:defRPr>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a:defRPr>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457200" indent="1828800"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914400" indent="1828800"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1371600" indent="1828800"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1828800" indent="1828800" fontAlgn="base" hangingPunct="0">
              <a:spcBef>
                <a:spcPct val="0"/>
              </a:spcBef>
              <a:spcAft>
                <a:spcPct val="0"/>
              </a:spcAft>
              <a:defRPr>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fontAlgn="base" hangingPunct="0">
              <a:spcBef>
                <a:spcPct val="0"/>
              </a:spcBef>
              <a:spcAft>
                <a:spcPct val="0"/>
              </a:spcAft>
              <a:buSzPct val="100000"/>
              <a:buFont typeface="Arial" panose="020B0604020202020204" pitchFamily="34" charset="0"/>
              <a:buChar char="•"/>
            </a:pPr>
            <a:r>
              <a:rPr lang="en-US" altLang="en-US" sz="1600" b="1"/>
              <a:t>Works on 5v</a:t>
            </a:r>
          </a:p>
          <a:p>
            <a:pPr fontAlgn="base" hangingPunct="0">
              <a:spcBef>
                <a:spcPct val="0"/>
              </a:spcBef>
              <a:spcAft>
                <a:spcPct val="0"/>
              </a:spcAft>
              <a:buSzPct val="100000"/>
              <a:buFont typeface="Arial" panose="020B0604020202020204" pitchFamily="34" charset="0"/>
              <a:buChar char="•"/>
            </a:pPr>
            <a:r>
              <a:rPr lang="en-US" altLang="en-US" sz="1600" b="1"/>
              <a:t>Capable about 100 Bar Pressure</a:t>
            </a:r>
          </a:p>
        </p:txBody>
      </p:sp>
      <p:sp>
        <p:nvSpPr>
          <p:cNvPr id="6230" name="Text Box 86">
            <a:extLst>
              <a:ext uri="{FF2B5EF4-FFF2-40B4-BE49-F238E27FC236}">
                <a16:creationId xmlns:a16="http://schemas.microsoft.com/office/drawing/2014/main" id="{0665055E-86D9-7F47-17D5-5DE476C37A07}"/>
              </a:ext>
            </a:extLst>
          </p:cNvPr>
          <p:cNvSpPr txBox="1">
            <a:spLocks/>
          </p:cNvSpPr>
          <p:nvPr/>
        </p:nvSpPr>
        <p:spPr bwMode="auto">
          <a:xfrm>
            <a:off x="3574257" y="1495426"/>
            <a:ext cx="2163763" cy="2333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fontAlgn="base" hangingPunct="0">
              <a:spcBef>
                <a:spcPct val="0"/>
              </a:spcBef>
              <a:spcAft>
                <a:spcPct val="0"/>
              </a:spcAft>
            </a:pPr>
            <a:r>
              <a:rPr lang="en-US" altLang="en-US" sz="1600" dirty="0">
                <a:solidFill>
                  <a:srgbClr val="000000"/>
                </a:solidFill>
                <a:latin typeface="Calibri" panose="020F0502020204030204" pitchFamily="34" charset="0"/>
                <a:cs typeface="Calibri" panose="020F0502020204030204" pitchFamily="34" charset="0"/>
                <a:sym typeface="Calibri" panose="020F0502020204030204" pitchFamily="34" charset="0"/>
              </a:rPr>
              <a:t>Desired Deceleration</a:t>
            </a:r>
          </a:p>
          <a:p>
            <a:pPr algn="ctr" fontAlgn="base" hangingPunct="0">
              <a:spcBef>
                <a:spcPct val="0"/>
              </a:spcBef>
              <a:spcAft>
                <a:spcPct val="0"/>
              </a:spcAft>
            </a:pPr>
            <a:r>
              <a:rPr lang="en-US" altLang="en-US" sz="1600" dirty="0">
                <a:solidFill>
                  <a:srgbClr val="000000"/>
                </a:solidFill>
                <a:latin typeface="Calibri" panose="020F0502020204030204" pitchFamily="34" charset="0"/>
                <a:cs typeface="Calibri" panose="020F0502020204030204" pitchFamily="34" charset="0"/>
                <a:sym typeface="Calibri" panose="020F0502020204030204" pitchFamily="34" charset="0"/>
              </a:rPr>
              <a:t> ↓</a:t>
            </a:r>
          </a:p>
          <a:p>
            <a:pPr algn="ctr" fontAlgn="base" hangingPunct="0">
              <a:spcBef>
                <a:spcPct val="0"/>
              </a:spcBef>
              <a:spcAft>
                <a:spcPct val="0"/>
              </a:spcAft>
            </a:pPr>
            <a:r>
              <a:rPr lang="en-US" altLang="en-US" sz="1600" dirty="0">
                <a:solidFill>
                  <a:srgbClr val="000000"/>
                </a:solidFill>
                <a:latin typeface="Calibri" panose="020F0502020204030204" pitchFamily="34" charset="0"/>
                <a:cs typeface="Calibri" panose="020F0502020204030204" pitchFamily="34" charset="0"/>
                <a:sym typeface="Calibri" panose="020F0502020204030204" pitchFamily="34" charset="0"/>
              </a:rPr>
              <a:t>Brake Demand (%)</a:t>
            </a:r>
          </a:p>
          <a:p>
            <a:pPr algn="ctr" fontAlgn="base" hangingPunct="0">
              <a:spcBef>
                <a:spcPct val="0"/>
              </a:spcBef>
              <a:spcAft>
                <a:spcPct val="0"/>
              </a:spcAft>
            </a:pPr>
            <a:r>
              <a:rPr lang="en-US" altLang="en-US" sz="1600" dirty="0">
                <a:solidFill>
                  <a:srgbClr val="000000"/>
                </a:solidFill>
                <a:latin typeface="Calibri" panose="020F0502020204030204" pitchFamily="34" charset="0"/>
                <a:cs typeface="Calibri" panose="020F0502020204030204" pitchFamily="34" charset="0"/>
                <a:sym typeface="Calibri" panose="020F0502020204030204" pitchFamily="34" charset="0"/>
              </a:rPr>
              <a:t> ↓</a:t>
            </a:r>
          </a:p>
          <a:p>
            <a:pPr algn="ctr" fontAlgn="base" hangingPunct="0">
              <a:spcBef>
                <a:spcPct val="0"/>
              </a:spcBef>
              <a:spcAft>
                <a:spcPct val="0"/>
              </a:spcAft>
            </a:pPr>
            <a:r>
              <a:rPr lang="en-US" altLang="en-US" sz="1600" dirty="0">
                <a:solidFill>
                  <a:srgbClr val="000000"/>
                </a:solidFill>
                <a:latin typeface="Calibri" panose="020F0502020204030204" pitchFamily="34" charset="0"/>
                <a:cs typeface="Calibri" panose="020F0502020204030204" pitchFamily="34" charset="0"/>
                <a:sym typeface="Calibri" panose="020F0502020204030204" pitchFamily="34" charset="0"/>
              </a:rPr>
              <a:t>Pedal Position Command</a:t>
            </a:r>
          </a:p>
          <a:p>
            <a:pPr algn="ctr" fontAlgn="base" hangingPunct="0">
              <a:spcBef>
                <a:spcPct val="0"/>
              </a:spcBef>
              <a:spcAft>
                <a:spcPct val="0"/>
              </a:spcAft>
            </a:pPr>
            <a:r>
              <a:rPr lang="en-US" altLang="en-US" sz="1600" dirty="0">
                <a:solidFill>
                  <a:srgbClr val="000000"/>
                </a:solidFill>
                <a:latin typeface="Calibri" panose="020F0502020204030204" pitchFamily="34" charset="0"/>
                <a:cs typeface="Calibri" panose="020F0502020204030204" pitchFamily="34" charset="0"/>
                <a:sym typeface="Calibri" panose="020F0502020204030204" pitchFamily="34" charset="0"/>
              </a:rPr>
              <a:t> ↓</a:t>
            </a:r>
          </a:p>
          <a:p>
            <a:pPr algn="ctr" fontAlgn="base" hangingPunct="0">
              <a:spcBef>
                <a:spcPct val="0"/>
              </a:spcBef>
              <a:spcAft>
                <a:spcPct val="0"/>
              </a:spcAft>
            </a:pPr>
            <a:r>
              <a:rPr lang="en-US" altLang="en-US" sz="1600" dirty="0">
                <a:solidFill>
                  <a:srgbClr val="000000"/>
                </a:solidFill>
                <a:latin typeface="Calibri" panose="020F0502020204030204" pitchFamily="34" charset="0"/>
                <a:cs typeface="Calibri" panose="020F0502020204030204" pitchFamily="34" charset="0"/>
                <a:sym typeface="Calibri" panose="020F0502020204030204" pitchFamily="34" charset="0"/>
              </a:rPr>
              <a:t>Linear Actuator</a:t>
            </a:r>
          </a:p>
          <a:p>
            <a:pPr algn="ctr" fontAlgn="base" hangingPunct="0">
              <a:spcBef>
                <a:spcPct val="0"/>
              </a:spcBef>
              <a:spcAft>
                <a:spcPct val="0"/>
              </a:spcAft>
            </a:pPr>
            <a:r>
              <a:rPr lang="en-US" altLang="en-US" sz="1600" dirty="0">
                <a:solidFill>
                  <a:srgbClr val="000000"/>
                </a:solidFill>
                <a:latin typeface="Calibri" panose="020F0502020204030204" pitchFamily="34" charset="0"/>
                <a:cs typeface="Calibri" panose="020F0502020204030204" pitchFamily="34" charset="0"/>
                <a:sym typeface="Calibri" panose="020F0502020204030204" pitchFamily="34" charset="0"/>
              </a:rPr>
              <a:t> ↓</a:t>
            </a:r>
          </a:p>
          <a:p>
            <a:pPr algn="ctr" fontAlgn="base" hangingPunct="0">
              <a:spcBef>
                <a:spcPct val="0"/>
              </a:spcBef>
              <a:spcAft>
                <a:spcPct val="0"/>
              </a:spcAft>
            </a:pPr>
            <a:r>
              <a:rPr lang="en-US" altLang="en-US" sz="1600" dirty="0">
                <a:solidFill>
                  <a:srgbClr val="000000"/>
                </a:solidFill>
                <a:latin typeface="Calibri" panose="020F0502020204030204" pitchFamily="34" charset="0"/>
                <a:cs typeface="Calibri" panose="020F0502020204030204" pitchFamily="34" charset="0"/>
                <a:sym typeface="Calibri" panose="020F0502020204030204" pitchFamily="34" charset="0"/>
              </a:rPr>
              <a:t>Hydraulic Pressure</a:t>
            </a:r>
          </a:p>
        </p:txBody>
      </p:sp>
      <p:sp>
        <p:nvSpPr>
          <p:cNvPr id="6231" name="Rectangle 87" descr="Rectangle 152">
            <a:extLst>
              <a:ext uri="{FF2B5EF4-FFF2-40B4-BE49-F238E27FC236}">
                <a16:creationId xmlns:a16="http://schemas.microsoft.com/office/drawing/2014/main" id="{25BADBAC-EB3F-96E3-0C8C-C5A4DE8EB18E}"/>
              </a:ext>
            </a:extLst>
          </p:cNvPr>
          <p:cNvSpPr>
            <a:spLocks/>
          </p:cNvSpPr>
          <p:nvPr/>
        </p:nvSpPr>
        <p:spPr bwMode="auto">
          <a:xfrm>
            <a:off x="5728495" y="4649788"/>
            <a:ext cx="3525837" cy="1828800"/>
          </a:xfrm>
          <a:prstGeom prst="rect">
            <a:avLst/>
          </a:prstGeom>
          <a:noFill/>
          <a:ln w="127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nchor="ctr"/>
          <a:lstStyle/>
          <a:p>
            <a:pPr algn="ctr" fontAlgn="base" hangingPunct="0">
              <a:spcBef>
                <a:spcPct val="0"/>
              </a:spcBef>
              <a:spcAft>
                <a:spcPct val="0"/>
              </a:spcAft>
            </a:pPr>
            <a:endParaRPr lang="en-US" altLang="en-US">
              <a:solidFill>
                <a:srgbClr val="FFFFFF"/>
              </a:solidFill>
              <a:latin typeface="Calibri" panose="020F0502020204030204" pitchFamily="34" charset="0"/>
              <a:cs typeface="Calibri" panose="020F0502020204030204" pitchFamily="34" charset="0"/>
              <a:sym typeface="Calibri" panose="020F0502020204030204" pitchFamily="34" charset="0"/>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4C0F5BC-36AC-D672-AE8F-37297EB28304}"/>
              </a:ext>
            </a:extLst>
          </p:cNvPr>
          <p:cNvSpPr/>
          <p:nvPr/>
        </p:nvSpPr>
        <p:spPr>
          <a:xfrm>
            <a:off x="28509" y="457749"/>
            <a:ext cx="12133393" cy="613579"/>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7C549AF0-E4BA-BEBB-9A76-82ADC437737F}"/>
              </a:ext>
            </a:extLst>
          </p:cNvPr>
          <p:cNvSpPr/>
          <p:nvPr/>
        </p:nvSpPr>
        <p:spPr>
          <a:xfrm>
            <a:off x="0" y="4182121"/>
            <a:ext cx="6030107" cy="354596"/>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640B4DD5-EA12-89F4-DF92-8EF6FDF6ED20}"/>
              </a:ext>
            </a:extLst>
          </p:cNvPr>
          <p:cNvSpPr/>
          <p:nvPr/>
        </p:nvSpPr>
        <p:spPr>
          <a:xfrm>
            <a:off x="6132655" y="4182121"/>
            <a:ext cx="2505070" cy="354596"/>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DFB46452-9C48-3B32-1CDA-046DC792B6CD}"/>
              </a:ext>
            </a:extLst>
          </p:cNvPr>
          <p:cNvSpPr/>
          <p:nvPr/>
        </p:nvSpPr>
        <p:spPr>
          <a:xfrm>
            <a:off x="8791020" y="3687451"/>
            <a:ext cx="3289337" cy="320213"/>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E685D3ED-E0D8-C652-D9DC-EF900B3E0C4F}"/>
              </a:ext>
            </a:extLst>
          </p:cNvPr>
          <p:cNvSpPr/>
          <p:nvPr/>
        </p:nvSpPr>
        <p:spPr>
          <a:xfrm>
            <a:off x="8751029" y="1150533"/>
            <a:ext cx="3329328" cy="331190"/>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a:extLst>
              <a:ext uri="{FF2B5EF4-FFF2-40B4-BE49-F238E27FC236}">
                <a16:creationId xmlns:a16="http://schemas.microsoft.com/office/drawing/2014/main" id="{4620E491-3D57-B357-AC3A-C4191301C381}"/>
              </a:ext>
            </a:extLst>
          </p:cNvPr>
          <p:cNvSpPr/>
          <p:nvPr/>
        </p:nvSpPr>
        <p:spPr>
          <a:xfrm>
            <a:off x="6132655" y="1150532"/>
            <a:ext cx="2505070" cy="320065"/>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029CF847-6858-8B08-E08D-05F15BFB54EB}"/>
              </a:ext>
            </a:extLst>
          </p:cNvPr>
          <p:cNvSpPr/>
          <p:nvPr/>
        </p:nvSpPr>
        <p:spPr>
          <a:xfrm>
            <a:off x="3124111" y="1150532"/>
            <a:ext cx="2905996" cy="320065"/>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F5D26C22-CC0E-5A32-DEA6-EEAEDB6042CD}"/>
              </a:ext>
            </a:extLst>
          </p:cNvPr>
          <p:cNvSpPr/>
          <p:nvPr/>
        </p:nvSpPr>
        <p:spPr>
          <a:xfrm>
            <a:off x="0" y="1150532"/>
            <a:ext cx="2881722" cy="320065"/>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07C47E79-119C-4D89-BE5E-38F11C1C3CB3}"/>
              </a:ext>
            </a:extLst>
          </p:cNvPr>
          <p:cNvSpPr txBox="1"/>
          <p:nvPr/>
        </p:nvSpPr>
        <p:spPr>
          <a:xfrm>
            <a:off x="4655046" y="0"/>
            <a:ext cx="259228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Steer By Wire</a:t>
            </a:r>
          </a:p>
        </p:txBody>
      </p:sp>
      <p:pic>
        <p:nvPicPr>
          <p:cNvPr id="7" name="Picture 6">
            <a:extLst>
              <a:ext uri="{FF2B5EF4-FFF2-40B4-BE49-F238E27FC236}">
                <a16:creationId xmlns:a16="http://schemas.microsoft.com/office/drawing/2014/main" id="{55BB97E2-BBCF-49D9-829D-D27DFC16CC50}"/>
              </a:ext>
            </a:extLst>
          </p:cNvPr>
          <p:cNvPicPr>
            <a:picLocks noChangeAspect="1"/>
          </p:cNvPicPr>
          <p:nvPr/>
        </p:nvPicPr>
        <p:blipFill rotWithShape="1">
          <a:blip r:embed="rId3">
            <a:extLst>
              <a:ext uri="{28A0092B-C50C-407E-A947-70E740481C1C}">
                <a14:useLocalDpi xmlns:a14="http://schemas.microsoft.com/office/drawing/2010/main" val="0"/>
              </a:ext>
            </a:extLst>
          </a:blip>
          <a:srcRect l="1847" t="2043" r="1638" b="2473"/>
          <a:stretch/>
        </p:blipFill>
        <p:spPr>
          <a:xfrm>
            <a:off x="630233" y="1521848"/>
            <a:ext cx="1536968" cy="1062529"/>
          </a:xfrm>
          <a:prstGeom prst="rect">
            <a:avLst/>
          </a:prstGeom>
          <a:ln w="12700">
            <a:solidFill>
              <a:sysClr val="windowText" lastClr="000000"/>
            </a:solidFill>
          </a:ln>
        </p:spPr>
      </p:pic>
      <p:sp>
        <p:nvSpPr>
          <p:cNvPr id="9" name="TextBox 8">
            <a:extLst>
              <a:ext uri="{FF2B5EF4-FFF2-40B4-BE49-F238E27FC236}">
                <a16:creationId xmlns:a16="http://schemas.microsoft.com/office/drawing/2014/main" id="{AF2335A3-2078-4546-B9E8-31383A170386}"/>
              </a:ext>
            </a:extLst>
          </p:cNvPr>
          <p:cNvSpPr txBox="1"/>
          <p:nvPr/>
        </p:nvSpPr>
        <p:spPr>
          <a:xfrm>
            <a:off x="636169" y="1145538"/>
            <a:ext cx="2422798"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mj-lt"/>
                <a:ea typeface="+mn-ea"/>
                <a:cs typeface="+mn-cs"/>
              </a:rPr>
              <a:t>Steering Effort</a:t>
            </a:r>
            <a:r>
              <a:rPr kumimoji="0" lang="en-US" sz="1600" b="0" i="0" u="none" strike="noStrike" kern="1200" cap="none" spc="0" normalizeH="0" baseline="0" noProof="0" dirty="0">
                <a:ln>
                  <a:noFill/>
                </a:ln>
                <a:solidFill>
                  <a:prstClr val="black"/>
                </a:solidFill>
                <a:effectLst/>
                <a:uLnTx/>
                <a:uFillTx/>
                <a:latin typeface="+mj-lt"/>
                <a:ea typeface="+mn-ea"/>
                <a:cs typeface="+mn-cs"/>
              </a:rPr>
              <a:t> </a:t>
            </a:r>
          </a:p>
        </p:txBody>
      </p:sp>
      <p:sp>
        <p:nvSpPr>
          <p:cNvPr id="12" name="TextBox 11">
            <a:extLst>
              <a:ext uri="{FF2B5EF4-FFF2-40B4-BE49-F238E27FC236}">
                <a16:creationId xmlns:a16="http://schemas.microsoft.com/office/drawing/2014/main" id="{A6E73D4E-A3BF-4321-959B-E198CF21E76C}"/>
              </a:ext>
            </a:extLst>
          </p:cNvPr>
          <p:cNvSpPr txBox="1"/>
          <p:nvPr/>
        </p:nvSpPr>
        <p:spPr>
          <a:xfrm>
            <a:off x="28510" y="2613301"/>
            <a:ext cx="2986610" cy="116955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The values of KPI and Castor angles have been kept for optimum steering effort, returnability and the road feel while also keeping in mind the suspension parameters. </a:t>
            </a:r>
          </a:p>
        </p:txBody>
      </p:sp>
      <p:sp>
        <p:nvSpPr>
          <p:cNvPr id="14" name="TextBox 13">
            <a:extLst>
              <a:ext uri="{FF2B5EF4-FFF2-40B4-BE49-F238E27FC236}">
                <a16:creationId xmlns:a16="http://schemas.microsoft.com/office/drawing/2014/main" id="{C290CD15-166E-431B-B01A-3B87EBE5622A}"/>
              </a:ext>
            </a:extLst>
          </p:cNvPr>
          <p:cNvSpPr txBox="1"/>
          <p:nvPr/>
        </p:nvSpPr>
        <p:spPr>
          <a:xfrm>
            <a:off x="-3861" y="3747547"/>
            <a:ext cx="297361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Results</a:t>
            </a:r>
            <a:r>
              <a:rPr kumimoji="0" lang="en-US" sz="1400" b="0" i="0" u="none" strike="noStrike" kern="1200" cap="none" spc="0" normalizeH="0" baseline="0" noProof="0" dirty="0">
                <a:ln>
                  <a:noFill/>
                </a:ln>
                <a:solidFill>
                  <a:prstClr val="black"/>
                </a:solidFill>
                <a:effectLst/>
                <a:uLnTx/>
                <a:uFillTx/>
                <a:latin typeface="Calibri"/>
                <a:ea typeface="+mn-ea"/>
                <a:cs typeface="+mn-cs"/>
              </a:rPr>
              <a:t>: 8.2 </a:t>
            </a:r>
            <a:r>
              <a:rPr kumimoji="0" lang="en-US" sz="1400" b="0" i="0" u="none" strike="noStrike" kern="1200" cap="none" spc="0" normalizeH="0" baseline="0" noProof="0" dirty="0" err="1">
                <a:ln>
                  <a:noFill/>
                </a:ln>
                <a:solidFill>
                  <a:prstClr val="black"/>
                </a:solidFill>
                <a:effectLst/>
                <a:uLnTx/>
                <a:uFillTx/>
                <a:latin typeface="Calibri"/>
                <a:ea typeface="+mn-ea"/>
                <a:cs typeface="+mn-cs"/>
              </a:rPr>
              <a:t>KgF</a:t>
            </a:r>
            <a:r>
              <a:rPr kumimoji="0" lang="en-US" sz="1400" b="0" i="0" u="none" strike="noStrike" kern="1200" cap="none" spc="0" normalizeH="0" baseline="0" noProof="0" dirty="0">
                <a:ln>
                  <a:noFill/>
                </a:ln>
                <a:solidFill>
                  <a:prstClr val="black"/>
                </a:solidFill>
                <a:effectLst/>
                <a:uLnTx/>
                <a:uFillTx/>
                <a:latin typeface="Calibri"/>
                <a:ea typeface="+mn-ea"/>
                <a:cs typeface="+mn-cs"/>
              </a:rPr>
              <a:t> using Load cell Setup </a:t>
            </a:r>
          </a:p>
        </p:txBody>
      </p:sp>
      <p:sp>
        <p:nvSpPr>
          <p:cNvPr id="16" name="TextBox 15">
            <a:extLst>
              <a:ext uri="{FF2B5EF4-FFF2-40B4-BE49-F238E27FC236}">
                <a16:creationId xmlns:a16="http://schemas.microsoft.com/office/drawing/2014/main" id="{3F17BA8E-BDDE-4EFE-9187-80883D727FD1}"/>
              </a:ext>
            </a:extLst>
          </p:cNvPr>
          <p:cNvSpPr txBox="1"/>
          <p:nvPr/>
        </p:nvSpPr>
        <p:spPr>
          <a:xfrm>
            <a:off x="1" y="428689"/>
            <a:ext cx="12359902"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mn-cs"/>
              </a:rPr>
              <a:t>Steer-by-wire is implemented as an electric steering assist acting on the existing mechanical steering system, ensuring continuous manual control, immediate driver override, and safe autonomous lateral guidance.</a:t>
            </a:r>
          </a:p>
        </p:txBody>
      </p:sp>
      <p:pic>
        <p:nvPicPr>
          <p:cNvPr id="18" name="Picture 17">
            <a:extLst>
              <a:ext uri="{FF2B5EF4-FFF2-40B4-BE49-F238E27FC236}">
                <a16:creationId xmlns:a16="http://schemas.microsoft.com/office/drawing/2014/main" id="{2A3D087E-272C-49F2-95F0-D392C7ADC74F}"/>
              </a:ext>
            </a:extLst>
          </p:cNvPr>
          <p:cNvPicPr>
            <a:picLocks noChangeAspect="1"/>
          </p:cNvPicPr>
          <p:nvPr/>
        </p:nvPicPr>
        <p:blipFill>
          <a:blip r:embed="rId4"/>
          <a:stretch>
            <a:fillRect/>
          </a:stretch>
        </p:blipFill>
        <p:spPr>
          <a:xfrm>
            <a:off x="8731267" y="1544629"/>
            <a:ext cx="3329328" cy="2098900"/>
          </a:xfrm>
          <a:prstGeom prst="rect">
            <a:avLst/>
          </a:prstGeom>
        </p:spPr>
      </p:pic>
      <p:sp>
        <p:nvSpPr>
          <p:cNvPr id="20" name="TextBox 19">
            <a:extLst>
              <a:ext uri="{FF2B5EF4-FFF2-40B4-BE49-F238E27FC236}">
                <a16:creationId xmlns:a16="http://schemas.microsoft.com/office/drawing/2014/main" id="{50039107-452F-4B11-96F2-F72BD7D53D1A}"/>
              </a:ext>
            </a:extLst>
          </p:cNvPr>
          <p:cNvSpPr txBox="1"/>
          <p:nvPr/>
        </p:nvSpPr>
        <p:spPr>
          <a:xfrm>
            <a:off x="9332523" y="1124744"/>
            <a:ext cx="242279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Hardware Architecture</a:t>
            </a:r>
          </a:p>
        </p:txBody>
      </p:sp>
      <p:pic>
        <p:nvPicPr>
          <p:cNvPr id="4100" name="Picture 4" descr="K8DS40N3 ||40 Watt DC Motor, Straight ...">
            <a:extLst>
              <a:ext uri="{FF2B5EF4-FFF2-40B4-BE49-F238E27FC236}">
                <a16:creationId xmlns:a16="http://schemas.microsoft.com/office/drawing/2014/main" id="{08827C40-58EA-4E1A-ACA4-B67BD2929A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7801" y="1682181"/>
            <a:ext cx="1558702" cy="1056264"/>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84B94CCA-63FA-4875-897F-5132AEAF4DFC}"/>
              </a:ext>
            </a:extLst>
          </p:cNvPr>
          <p:cNvSpPr txBox="1"/>
          <p:nvPr/>
        </p:nvSpPr>
        <p:spPr>
          <a:xfrm>
            <a:off x="3166893" y="1143168"/>
            <a:ext cx="3329328"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DC Motor with Gear Reduction</a:t>
            </a:r>
          </a:p>
        </p:txBody>
      </p:sp>
      <p:sp>
        <p:nvSpPr>
          <p:cNvPr id="25" name="TextBox 24">
            <a:extLst>
              <a:ext uri="{FF2B5EF4-FFF2-40B4-BE49-F238E27FC236}">
                <a16:creationId xmlns:a16="http://schemas.microsoft.com/office/drawing/2014/main" id="{BD6EC5AA-C479-4139-86E8-355C00C05DA2}"/>
              </a:ext>
            </a:extLst>
          </p:cNvPr>
          <p:cNvSpPr txBox="1"/>
          <p:nvPr/>
        </p:nvSpPr>
        <p:spPr>
          <a:xfrm>
            <a:off x="3117668" y="2855362"/>
            <a:ext cx="5383842" cy="181588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Continuous Torque: 10–15 Nm</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Angular speed: 60–120 deg/s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12V Or 24V DC</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Peak Torque: 20–30 Nm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1"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33" name="TextBox 32">
            <a:extLst>
              <a:ext uri="{FF2B5EF4-FFF2-40B4-BE49-F238E27FC236}">
                <a16:creationId xmlns:a16="http://schemas.microsoft.com/office/drawing/2014/main" id="{8E463245-2D64-4B8F-8B82-0DE1F90FAFDE}"/>
              </a:ext>
            </a:extLst>
          </p:cNvPr>
          <p:cNvSpPr txBox="1"/>
          <p:nvPr/>
        </p:nvSpPr>
        <p:spPr>
          <a:xfrm>
            <a:off x="8966956" y="3949739"/>
            <a:ext cx="2805749" cy="258532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Desired Path / Lane Center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Desired Steering Angle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Angle Error = </a:t>
            </a:r>
            <a:r>
              <a:rPr kumimoji="0" lang="en-US" sz="1800" b="0" i="0" u="none" strike="noStrike" kern="1200" cap="none" spc="0" normalizeH="0" baseline="0" noProof="0" dirty="0" err="1">
                <a:ln>
                  <a:noFill/>
                </a:ln>
                <a:solidFill>
                  <a:prstClr val="black"/>
                </a:solidFill>
                <a:effectLst/>
                <a:uLnTx/>
                <a:uFillTx/>
                <a:latin typeface="Calibri"/>
                <a:ea typeface="+mn-ea"/>
                <a:cs typeface="+mn-cs"/>
              </a:rPr>
              <a:t>θref</a:t>
            </a:r>
            <a:r>
              <a:rPr kumimoji="0" lang="en-US" sz="1800" b="0" i="0" u="none" strike="noStrike" kern="1200" cap="none" spc="0" normalizeH="0" baseline="0" noProof="0" dirty="0">
                <a:ln>
                  <a:noFill/>
                </a:ln>
                <a:solidFill>
                  <a:prstClr val="black"/>
                </a:solidFill>
                <a:effectLst/>
                <a:uLnTx/>
                <a:uFillTx/>
                <a:latin typeface="Calibri"/>
                <a:ea typeface="+mn-ea"/>
                <a:cs typeface="+mn-cs"/>
              </a:rPr>
              <a:t> − </a:t>
            </a:r>
            <a:r>
              <a:rPr kumimoji="0" lang="en-US" sz="1800" b="0" i="0" u="none" strike="noStrike" kern="1200" cap="none" spc="0" normalizeH="0" baseline="0" noProof="0" dirty="0" err="1">
                <a:ln>
                  <a:noFill/>
                </a:ln>
                <a:solidFill>
                  <a:prstClr val="black"/>
                </a:solidFill>
                <a:effectLst/>
                <a:uLnTx/>
                <a:uFillTx/>
                <a:latin typeface="Calibri"/>
                <a:ea typeface="+mn-ea"/>
                <a:cs typeface="+mn-cs"/>
              </a:rPr>
              <a:t>θactual</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PID / Stanley / Pure Pursuit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Motor Torque Command</a:t>
            </a:r>
          </a:p>
        </p:txBody>
      </p:sp>
      <p:sp>
        <p:nvSpPr>
          <p:cNvPr id="35" name="TextBox 34">
            <a:extLst>
              <a:ext uri="{FF2B5EF4-FFF2-40B4-BE49-F238E27FC236}">
                <a16:creationId xmlns:a16="http://schemas.microsoft.com/office/drawing/2014/main" id="{AD744F7E-175E-4729-B9DB-92A98252D727}"/>
              </a:ext>
            </a:extLst>
          </p:cNvPr>
          <p:cNvSpPr txBox="1"/>
          <p:nvPr/>
        </p:nvSpPr>
        <p:spPr>
          <a:xfrm>
            <a:off x="9511502" y="3645024"/>
            <a:ext cx="216024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mn-cs"/>
              </a:rPr>
              <a:t>Control hierarchy</a:t>
            </a:r>
          </a:p>
        </p:txBody>
      </p:sp>
      <p:sp>
        <p:nvSpPr>
          <p:cNvPr id="37" name="TextBox 36">
            <a:extLst>
              <a:ext uri="{FF2B5EF4-FFF2-40B4-BE49-F238E27FC236}">
                <a16:creationId xmlns:a16="http://schemas.microsoft.com/office/drawing/2014/main" id="{93FCCFD2-77CC-4CF7-97B2-AA88927F51DF}"/>
              </a:ext>
            </a:extLst>
          </p:cNvPr>
          <p:cNvSpPr txBox="1"/>
          <p:nvPr/>
        </p:nvSpPr>
        <p:spPr>
          <a:xfrm>
            <a:off x="6637538" y="4142847"/>
            <a:ext cx="1758619"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mn-cs"/>
              </a:rPr>
              <a:t>Priority order</a:t>
            </a:r>
          </a:p>
        </p:txBody>
      </p:sp>
      <p:sp>
        <p:nvSpPr>
          <p:cNvPr id="39" name="TextBox 38">
            <a:extLst>
              <a:ext uri="{FF2B5EF4-FFF2-40B4-BE49-F238E27FC236}">
                <a16:creationId xmlns:a16="http://schemas.microsoft.com/office/drawing/2014/main" id="{EF4898D3-E880-4A20-9DFD-689605D626DB}"/>
              </a:ext>
            </a:extLst>
          </p:cNvPr>
          <p:cNvSpPr txBox="1"/>
          <p:nvPr/>
        </p:nvSpPr>
        <p:spPr>
          <a:xfrm>
            <a:off x="6132655" y="4549197"/>
            <a:ext cx="2589984" cy="17543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Driver Steering Input: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Autonomous Steering Assist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Steering Hold / Centering</a:t>
            </a:r>
          </a:p>
        </p:txBody>
      </p:sp>
      <p:sp>
        <p:nvSpPr>
          <p:cNvPr id="38" name="Rectangle 37">
            <a:extLst>
              <a:ext uri="{FF2B5EF4-FFF2-40B4-BE49-F238E27FC236}">
                <a16:creationId xmlns:a16="http://schemas.microsoft.com/office/drawing/2014/main" id="{E3A02315-29EF-48D8-B989-14788C91E3D2}"/>
              </a:ext>
            </a:extLst>
          </p:cNvPr>
          <p:cNvSpPr/>
          <p:nvPr/>
        </p:nvSpPr>
        <p:spPr>
          <a:xfrm>
            <a:off x="-1" y="1150532"/>
            <a:ext cx="2881723" cy="29450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1" name="Rectangle 40">
            <a:extLst>
              <a:ext uri="{FF2B5EF4-FFF2-40B4-BE49-F238E27FC236}">
                <a16:creationId xmlns:a16="http://schemas.microsoft.com/office/drawing/2014/main" id="{D2C9F94D-D1FA-4A7A-BD3C-A5BD6594CB15}"/>
              </a:ext>
            </a:extLst>
          </p:cNvPr>
          <p:cNvSpPr/>
          <p:nvPr/>
        </p:nvSpPr>
        <p:spPr>
          <a:xfrm>
            <a:off x="8751029" y="1150532"/>
            <a:ext cx="3340887" cy="24320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5" name="Rectangle 44">
            <a:extLst>
              <a:ext uri="{FF2B5EF4-FFF2-40B4-BE49-F238E27FC236}">
                <a16:creationId xmlns:a16="http://schemas.microsoft.com/office/drawing/2014/main" id="{9F775BED-A98F-42C5-A932-045F25348E45}"/>
              </a:ext>
            </a:extLst>
          </p:cNvPr>
          <p:cNvSpPr/>
          <p:nvPr/>
        </p:nvSpPr>
        <p:spPr>
          <a:xfrm>
            <a:off x="8791020" y="3687451"/>
            <a:ext cx="3300896" cy="27896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AA2A5E22-55CC-41A4-AD5D-A86691AF410B}"/>
              </a:ext>
            </a:extLst>
          </p:cNvPr>
          <p:cNvSpPr/>
          <p:nvPr/>
        </p:nvSpPr>
        <p:spPr>
          <a:xfrm>
            <a:off x="6138033" y="4168557"/>
            <a:ext cx="2505070" cy="230857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7" name="Rectangle 46">
            <a:extLst>
              <a:ext uri="{FF2B5EF4-FFF2-40B4-BE49-F238E27FC236}">
                <a16:creationId xmlns:a16="http://schemas.microsoft.com/office/drawing/2014/main" id="{960AB325-9D23-48DB-9B95-8F9D5EAC84EF}"/>
              </a:ext>
            </a:extLst>
          </p:cNvPr>
          <p:cNvSpPr/>
          <p:nvPr/>
        </p:nvSpPr>
        <p:spPr>
          <a:xfrm>
            <a:off x="3124111" y="1150532"/>
            <a:ext cx="2905996" cy="29282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aphicFrame>
        <p:nvGraphicFramePr>
          <p:cNvPr id="70" name="Table 69">
            <a:extLst>
              <a:ext uri="{FF2B5EF4-FFF2-40B4-BE49-F238E27FC236}">
                <a16:creationId xmlns:a16="http://schemas.microsoft.com/office/drawing/2014/main" id="{AC644A5B-60F4-44ED-ACA6-174C88FE807F}"/>
              </a:ext>
            </a:extLst>
          </p:cNvPr>
          <p:cNvGraphicFramePr>
            <a:graphicFrameLocks noGrp="1"/>
          </p:cNvGraphicFramePr>
          <p:nvPr/>
        </p:nvGraphicFramePr>
        <p:xfrm>
          <a:off x="92151" y="4600600"/>
          <a:ext cx="5871545" cy="1860654"/>
        </p:xfrm>
        <a:graphic>
          <a:graphicData uri="http://schemas.openxmlformats.org/drawingml/2006/table">
            <a:tbl>
              <a:tblPr>
                <a:tableStyleId>{616DA210-FB5B-4158-B5E0-FEB733F419BA}</a:tableStyleId>
              </a:tblPr>
              <a:tblGrid>
                <a:gridCol w="1759358">
                  <a:extLst>
                    <a:ext uri="{9D8B030D-6E8A-4147-A177-3AD203B41FA5}">
                      <a16:colId xmlns:a16="http://schemas.microsoft.com/office/drawing/2014/main" val="1284836728"/>
                    </a:ext>
                  </a:extLst>
                </a:gridCol>
                <a:gridCol w="1993944">
                  <a:extLst>
                    <a:ext uri="{9D8B030D-6E8A-4147-A177-3AD203B41FA5}">
                      <a16:colId xmlns:a16="http://schemas.microsoft.com/office/drawing/2014/main" val="1263878084"/>
                    </a:ext>
                  </a:extLst>
                </a:gridCol>
                <a:gridCol w="2118243">
                  <a:extLst>
                    <a:ext uri="{9D8B030D-6E8A-4147-A177-3AD203B41FA5}">
                      <a16:colId xmlns:a16="http://schemas.microsoft.com/office/drawing/2014/main" val="1197545337"/>
                    </a:ext>
                  </a:extLst>
                </a:gridCol>
              </a:tblGrid>
              <a:tr h="324876">
                <a:tc>
                  <a:txBody>
                    <a:bodyPr/>
                    <a:lstStyle/>
                    <a:p>
                      <a:r>
                        <a:rPr lang="en-US" sz="1400" dirty="0"/>
                        <a:t>Failure</a:t>
                      </a:r>
                    </a:p>
                  </a:txBody>
                  <a:tcPr anchor="ctr"/>
                </a:tc>
                <a:tc>
                  <a:txBody>
                    <a:bodyPr/>
                    <a:lstStyle/>
                    <a:p>
                      <a:r>
                        <a:rPr lang="en-US" sz="1400" dirty="0"/>
                        <a:t>Detection</a:t>
                      </a:r>
                    </a:p>
                  </a:txBody>
                  <a:tcPr anchor="ctr"/>
                </a:tc>
                <a:tc>
                  <a:txBody>
                    <a:bodyPr/>
                    <a:lstStyle/>
                    <a:p>
                      <a:r>
                        <a:rPr lang="en-US" sz="1400" dirty="0"/>
                        <a:t>Action</a:t>
                      </a:r>
                    </a:p>
                  </a:txBody>
                  <a:tcPr anchor="ctr"/>
                </a:tc>
                <a:extLst>
                  <a:ext uri="{0D108BD9-81ED-4DB2-BD59-A6C34878D82A}">
                    <a16:rowId xmlns:a16="http://schemas.microsoft.com/office/drawing/2014/main" val="839680998"/>
                  </a:ext>
                </a:extLst>
              </a:tr>
              <a:tr h="324876">
                <a:tc>
                  <a:txBody>
                    <a:bodyPr/>
                    <a:lstStyle/>
                    <a:p>
                      <a:r>
                        <a:rPr lang="en-US" sz="1400" dirty="0"/>
                        <a:t>Motor stuck</a:t>
                      </a:r>
                    </a:p>
                  </a:txBody>
                  <a:tcPr anchor="ctr"/>
                </a:tc>
                <a:tc>
                  <a:txBody>
                    <a:bodyPr/>
                    <a:lstStyle/>
                    <a:p>
                      <a:r>
                        <a:rPr lang="en-US" sz="1400" dirty="0"/>
                        <a:t>Encoder mismatch</a:t>
                      </a:r>
                    </a:p>
                  </a:txBody>
                  <a:tcPr anchor="ctr"/>
                </a:tc>
                <a:tc>
                  <a:txBody>
                    <a:bodyPr/>
                    <a:lstStyle/>
                    <a:p>
                      <a:r>
                        <a:rPr lang="en-US" sz="1400"/>
                        <a:t>Disable assist</a:t>
                      </a:r>
                    </a:p>
                  </a:txBody>
                  <a:tcPr anchor="ctr"/>
                </a:tc>
                <a:extLst>
                  <a:ext uri="{0D108BD9-81ED-4DB2-BD59-A6C34878D82A}">
                    <a16:rowId xmlns:a16="http://schemas.microsoft.com/office/drawing/2014/main" val="4053388377"/>
                  </a:ext>
                </a:extLst>
              </a:tr>
              <a:tr h="324876">
                <a:tc>
                  <a:txBody>
                    <a:bodyPr/>
                    <a:lstStyle/>
                    <a:p>
                      <a:r>
                        <a:rPr lang="en-US" sz="1400"/>
                        <a:t>Sensor failure</a:t>
                      </a:r>
                    </a:p>
                  </a:txBody>
                  <a:tcPr anchor="ctr"/>
                </a:tc>
                <a:tc>
                  <a:txBody>
                    <a:bodyPr/>
                    <a:lstStyle/>
                    <a:p>
                      <a:r>
                        <a:rPr lang="en-US" sz="1400"/>
                        <a:t>Out-of-range</a:t>
                      </a:r>
                    </a:p>
                  </a:txBody>
                  <a:tcPr anchor="ctr"/>
                </a:tc>
                <a:tc>
                  <a:txBody>
                    <a:bodyPr/>
                    <a:lstStyle/>
                    <a:p>
                      <a:r>
                        <a:rPr lang="en-US" sz="1400" dirty="0"/>
                        <a:t>Manual-only</a:t>
                      </a:r>
                    </a:p>
                  </a:txBody>
                  <a:tcPr anchor="ctr"/>
                </a:tc>
                <a:extLst>
                  <a:ext uri="{0D108BD9-81ED-4DB2-BD59-A6C34878D82A}">
                    <a16:rowId xmlns:a16="http://schemas.microsoft.com/office/drawing/2014/main" val="2359661518"/>
                  </a:ext>
                </a:extLst>
              </a:tr>
              <a:tr h="324876">
                <a:tc>
                  <a:txBody>
                    <a:bodyPr/>
                    <a:lstStyle/>
                    <a:p>
                      <a:r>
                        <a:rPr lang="en-US" sz="1400"/>
                        <a:t>CAN timeout</a:t>
                      </a:r>
                    </a:p>
                  </a:txBody>
                  <a:tcPr anchor="ctr"/>
                </a:tc>
                <a:tc>
                  <a:txBody>
                    <a:bodyPr/>
                    <a:lstStyle/>
                    <a:p>
                      <a:r>
                        <a:rPr lang="en-US" sz="1400"/>
                        <a:t>Heartbeat loss</a:t>
                      </a:r>
                    </a:p>
                  </a:txBody>
                  <a:tcPr anchor="ctr"/>
                </a:tc>
                <a:tc>
                  <a:txBody>
                    <a:bodyPr/>
                    <a:lstStyle/>
                    <a:p>
                      <a:r>
                        <a:rPr lang="en-US" sz="1400" dirty="0"/>
                        <a:t>Neutral assist</a:t>
                      </a:r>
                    </a:p>
                  </a:txBody>
                  <a:tcPr anchor="ctr"/>
                </a:tc>
                <a:extLst>
                  <a:ext uri="{0D108BD9-81ED-4DB2-BD59-A6C34878D82A}">
                    <a16:rowId xmlns:a16="http://schemas.microsoft.com/office/drawing/2014/main" val="768623453"/>
                  </a:ext>
                </a:extLst>
              </a:tr>
              <a:tr h="561150">
                <a:tc>
                  <a:txBody>
                    <a:bodyPr/>
                    <a:lstStyle/>
                    <a:p>
                      <a:r>
                        <a:rPr lang="en-US" sz="1400"/>
                        <a:t>Power loss</a:t>
                      </a:r>
                    </a:p>
                  </a:txBody>
                  <a:tcPr anchor="ctr"/>
                </a:tc>
                <a:tc>
                  <a:txBody>
                    <a:bodyPr/>
                    <a:lstStyle/>
                    <a:p>
                      <a:r>
                        <a:rPr lang="en-US" sz="1400" dirty="0"/>
                        <a:t>Voltage drop</a:t>
                      </a:r>
                    </a:p>
                  </a:txBody>
                  <a:tcPr anchor="ctr"/>
                </a:tc>
                <a:tc>
                  <a:txBody>
                    <a:bodyPr/>
                    <a:lstStyle/>
                    <a:p>
                      <a:r>
                        <a:rPr lang="en-US" sz="1400" dirty="0"/>
                        <a:t>Mechanical steering intact</a:t>
                      </a:r>
                    </a:p>
                  </a:txBody>
                  <a:tcPr anchor="ctr"/>
                </a:tc>
                <a:extLst>
                  <a:ext uri="{0D108BD9-81ED-4DB2-BD59-A6C34878D82A}">
                    <a16:rowId xmlns:a16="http://schemas.microsoft.com/office/drawing/2014/main" val="20518923"/>
                  </a:ext>
                </a:extLst>
              </a:tr>
            </a:tbl>
          </a:graphicData>
        </a:graphic>
      </p:graphicFrame>
      <p:sp>
        <p:nvSpPr>
          <p:cNvPr id="72" name="TextBox 71">
            <a:extLst>
              <a:ext uri="{FF2B5EF4-FFF2-40B4-BE49-F238E27FC236}">
                <a16:creationId xmlns:a16="http://schemas.microsoft.com/office/drawing/2014/main" id="{0199BA26-FF66-48DE-BFEF-E6E193BEDE54}"/>
              </a:ext>
            </a:extLst>
          </p:cNvPr>
          <p:cNvSpPr txBox="1"/>
          <p:nvPr/>
        </p:nvSpPr>
        <p:spPr>
          <a:xfrm>
            <a:off x="1334783" y="4182121"/>
            <a:ext cx="3647942"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mn-cs"/>
              </a:rPr>
              <a:t>Failure Modes &amp; Mitigation</a:t>
            </a:r>
          </a:p>
        </p:txBody>
      </p:sp>
      <p:sp>
        <p:nvSpPr>
          <p:cNvPr id="73" name="TextBox 72">
            <a:extLst>
              <a:ext uri="{FF2B5EF4-FFF2-40B4-BE49-F238E27FC236}">
                <a16:creationId xmlns:a16="http://schemas.microsoft.com/office/drawing/2014/main" id="{48DA30C3-92E3-46A9-B8CC-97BBC885A065}"/>
              </a:ext>
            </a:extLst>
          </p:cNvPr>
          <p:cNvSpPr txBox="1"/>
          <p:nvPr/>
        </p:nvSpPr>
        <p:spPr>
          <a:xfrm>
            <a:off x="6637538" y="1124082"/>
            <a:ext cx="298570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Sensors Used </a:t>
            </a:r>
          </a:p>
        </p:txBody>
      </p:sp>
      <p:pic>
        <p:nvPicPr>
          <p:cNvPr id="4101" name="Picture 4100">
            <a:extLst>
              <a:ext uri="{FF2B5EF4-FFF2-40B4-BE49-F238E27FC236}">
                <a16:creationId xmlns:a16="http://schemas.microsoft.com/office/drawing/2014/main" id="{E59C1727-A313-4BC1-822D-6AB533C083B4}"/>
              </a:ext>
            </a:extLst>
          </p:cNvPr>
          <p:cNvPicPr>
            <a:picLocks noChangeAspect="1"/>
          </p:cNvPicPr>
          <p:nvPr/>
        </p:nvPicPr>
        <p:blipFill>
          <a:blip r:embed="rId6"/>
          <a:stretch>
            <a:fillRect/>
          </a:stretch>
        </p:blipFill>
        <p:spPr>
          <a:xfrm>
            <a:off x="6549763" y="1649172"/>
            <a:ext cx="1347087" cy="1005387"/>
          </a:xfrm>
          <a:prstGeom prst="rect">
            <a:avLst/>
          </a:prstGeom>
        </p:spPr>
      </p:pic>
      <p:sp>
        <p:nvSpPr>
          <p:cNvPr id="78" name="TextBox 77">
            <a:extLst>
              <a:ext uri="{FF2B5EF4-FFF2-40B4-BE49-F238E27FC236}">
                <a16:creationId xmlns:a16="http://schemas.microsoft.com/office/drawing/2014/main" id="{F8B35554-17F0-4CF9-8F1F-8A8D399FA754}"/>
              </a:ext>
            </a:extLst>
          </p:cNvPr>
          <p:cNvSpPr txBox="1"/>
          <p:nvPr/>
        </p:nvSpPr>
        <p:spPr>
          <a:xfrm>
            <a:off x="6171819" y="2935573"/>
            <a:ext cx="2599762"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Range: ±450°</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Resolution: ≥12 bit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Absolute (no homing)</a:t>
            </a:r>
          </a:p>
        </p:txBody>
      </p:sp>
      <p:sp>
        <p:nvSpPr>
          <p:cNvPr id="81" name="Rectangle 80">
            <a:extLst>
              <a:ext uri="{FF2B5EF4-FFF2-40B4-BE49-F238E27FC236}">
                <a16:creationId xmlns:a16="http://schemas.microsoft.com/office/drawing/2014/main" id="{35B38DA7-B7E0-4BDD-8570-321AD68AC236}"/>
              </a:ext>
            </a:extLst>
          </p:cNvPr>
          <p:cNvSpPr/>
          <p:nvPr/>
        </p:nvSpPr>
        <p:spPr>
          <a:xfrm>
            <a:off x="6138033" y="1150532"/>
            <a:ext cx="2505070" cy="292821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E2A8139C-B08A-F31E-16CA-19DC61A8EBF8}"/>
              </a:ext>
            </a:extLst>
          </p:cNvPr>
          <p:cNvSpPr/>
          <p:nvPr/>
        </p:nvSpPr>
        <p:spPr>
          <a:xfrm>
            <a:off x="9004" y="4187781"/>
            <a:ext cx="6021103" cy="233735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Calibri"/>
                <a:ea typeface="+mn-ea"/>
                <a:cs typeface="+mn-cs"/>
              </a:rPr>
              <a:t>`</a:t>
            </a:r>
          </a:p>
        </p:txBody>
      </p:sp>
    </p:spTree>
    <p:extLst>
      <p:ext uri="{BB962C8B-B14F-4D97-AF65-F5344CB8AC3E}">
        <p14:creationId xmlns:p14="http://schemas.microsoft.com/office/powerpoint/2010/main" val="2385758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Text Box 1" descr="Slide Number Placeholder 5">
            <a:extLst>
              <a:ext uri="{FF2B5EF4-FFF2-40B4-BE49-F238E27FC236}">
                <a16:creationId xmlns:a16="http://schemas.microsoft.com/office/drawing/2014/main" id="{6B8EC485-7D2A-209F-DE0A-8435545395AD}"/>
              </a:ext>
            </a:extLst>
          </p:cNvPr>
          <p:cNvSpPr txBox="1">
            <a:spLocks/>
          </p:cNvSpPr>
          <p:nvPr/>
        </p:nvSpPr>
        <p:spPr bwMode="auto">
          <a:xfrm>
            <a:off x="10962482" y="6532564"/>
            <a:ext cx="191719"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45720" rIns="45720">
            <a:spAutoFit/>
          </a:bodyPr>
          <a:lstStyle/>
          <a:p>
            <a:pPr fontAlgn="base" hangingPunct="0">
              <a:spcBef>
                <a:spcPct val="0"/>
              </a:spcBef>
              <a:spcAft>
                <a:spcPct val="0"/>
              </a:spcAft>
            </a:pPr>
            <a:fld id="{0CADC784-5AC2-4E36-A505-8E1AB16A33DC}" type="slidenum">
              <a:rPr lang="en-US" altLang="en-US" sz="1400">
                <a:solidFill>
                  <a:srgbClr val="FFFFFF"/>
                </a:solidFill>
                <a:latin typeface="Arial" panose="020B0604020202020204" pitchFamily="34" charset="0"/>
                <a:cs typeface="Arial" panose="020B0604020202020204" pitchFamily="34" charset="0"/>
                <a:sym typeface="Arial" panose="020B0604020202020204" pitchFamily="34" charset="0"/>
              </a:rPr>
              <a:pPr fontAlgn="base" hangingPunct="0">
                <a:spcBef>
                  <a:spcPct val="0"/>
                </a:spcBef>
                <a:spcAft>
                  <a:spcPct val="0"/>
                </a:spcAft>
              </a:pPr>
              <a:t>5</a:t>
            </a:fld>
            <a:endParaRPr lang="en-US" altLang="en-US" sz="1400">
              <a:solidFill>
                <a:srgbClr val="FFFFFF"/>
              </a:solidFill>
              <a:latin typeface="Arial" panose="020B0604020202020204" pitchFamily="34" charset="0"/>
              <a:cs typeface="Arial" panose="020B0604020202020204" pitchFamily="34" charset="0"/>
              <a:sym typeface="Arial" panose="020B0604020202020204" pitchFamily="34" charset="0"/>
            </a:endParaRPr>
          </a:p>
        </p:txBody>
      </p:sp>
      <p:pic>
        <p:nvPicPr>
          <p:cNvPr id="8194" name="Picture 2" descr="Picture 5">
            <a:extLst>
              <a:ext uri="{FF2B5EF4-FFF2-40B4-BE49-F238E27FC236}">
                <a16:creationId xmlns:a16="http://schemas.microsoft.com/office/drawing/2014/main" id="{73C38DF9-470A-F69A-04BF-ED0DA24B3451}"/>
              </a:ext>
            </a:extLst>
          </p:cNvPr>
          <p:cNvPicPr>
            <a:picLocks noChangeAspect="1"/>
          </p:cNvPicPr>
          <p:nvPr/>
        </p:nvPicPr>
        <p:blipFill>
          <a:blip r:embed="rId3" cstate="print">
            <a:extLst>
              <a:ext uri="{28A0092B-C50C-407E-A947-70E740481C1C}">
                <a14:useLocalDpi xmlns:a14="http://schemas.microsoft.com/office/drawing/2010/main" val="0"/>
              </a:ext>
            </a:extLst>
          </a:blip>
          <a:srcRect l="11200" t="2100" r="2002" b="9700"/>
          <a:stretch>
            <a:fillRect/>
          </a:stretch>
        </p:blipFill>
        <p:spPr bwMode="auto">
          <a:xfrm>
            <a:off x="75406" y="1092200"/>
            <a:ext cx="3995738" cy="2706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195" name="Text Box 3" descr="TextBox 3">
            <a:extLst>
              <a:ext uri="{FF2B5EF4-FFF2-40B4-BE49-F238E27FC236}">
                <a16:creationId xmlns:a16="http://schemas.microsoft.com/office/drawing/2014/main" id="{F1765CDD-0579-FF9D-8E40-916288187F72}"/>
              </a:ext>
            </a:extLst>
          </p:cNvPr>
          <p:cNvSpPr txBox="1">
            <a:spLocks/>
          </p:cNvSpPr>
          <p:nvPr/>
        </p:nvSpPr>
        <p:spPr bwMode="auto">
          <a:xfrm>
            <a:off x="0" y="44450"/>
            <a:ext cx="12190413"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45720" rIns="45720">
            <a:spAutoFit/>
          </a:bodyPr>
          <a:lstStyle/>
          <a:p>
            <a:pPr algn="ctr" fontAlgn="base" hangingPunct="0">
              <a:spcBef>
                <a:spcPct val="0"/>
              </a:spcBef>
              <a:spcAft>
                <a:spcPct val="0"/>
              </a:spcAft>
            </a:pPr>
            <a:r>
              <a:rPr lang="en-US" altLang="en-US" b="1" dirty="0">
                <a:solidFill>
                  <a:srgbClr val="000000"/>
                </a:solidFill>
                <a:latin typeface="Calibri" panose="020F0502020204030204" pitchFamily="34" charset="0"/>
                <a:cs typeface="Calibri" panose="020F0502020204030204" pitchFamily="34" charset="0"/>
                <a:sym typeface="Calibri" panose="020F0502020204030204" pitchFamily="34" charset="0"/>
              </a:rPr>
              <a:t>COMPLETE SOFTWARE ARCHITECTURE</a:t>
            </a:r>
          </a:p>
        </p:txBody>
      </p:sp>
      <p:sp>
        <p:nvSpPr>
          <p:cNvPr id="8198" name="Text Box 6" descr="TextBox 10">
            <a:extLst>
              <a:ext uri="{FF2B5EF4-FFF2-40B4-BE49-F238E27FC236}">
                <a16:creationId xmlns:a16="http://schemas.microsoft.com/office/drawing/2014/main" id="{0129956D-8609-09D2-3451-2BCF75E6A3C9}"/>
              </a:ext>
            </a:extLst>
          </p:cNvPr>
          <p:cNvSpPr txBox="1">
            <a:spLocks/>
          </p:cNvSpPr>
          <p:nvPr/>
        </p:nvSpPr>
        <p:spPr bwMode="auto">
          <a:xfrm>
            <a:off x="4898232" y="1441450"/>
            <a:ext cx="2289175" cy="2444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fontAlgn="base" hangingPunct="0">
              <a:spcBef>
                <a:spcPct val="0"/>
              </a:spcBef>
              <a:spcAft>
                <a:spcPct val="0"/>
              </a:spcAft>
            </a:pPr>
            <a:r>
              <a:rPr lang="en-US" altLang="en-US" sz="1700" dirty="0">
                <a:solidFill>
                  <a:srgbClr val="000000"/>
                </a:solidFill>
                <a:latin typeface="Calibri" panose="020F0502020204030204" pitchFamily="34" charset="0"/>
                <a:cs typeface="Calibri" panose="020F0502020204030204" pitchFamily="34" charset="0"/>
                <a:sym typeface="Calibri" panose="020F0502020204030204" pitchFamily="34" charset="0"/>
              </a:rPr>
              <a:t>Human / Safety Layer     </a:t>
            </a:r>
          </a:p>
          <a:p>
            <a:pPr algn="ctr" fontAlgn="base" hangingPunct="0">
              <a:spcBef>
                <a:spcPct val="0"/>
              </a:spcBef>
              <a:spcAft>
                <a:spcPct val="0"/>
              </a:spcAft>
            </a:pPr>
            <a:r>
              <a:rPr lang="en-US" altLang="en-US" sz="1700" dirty="0">
                <a:solidFill>
                  <a:srgbClr val="000000"/>
                </a:solidFill>
                <a:latin typeface="Calibri" panose="020F0502020204030204" pitchFamily="34" charset="0"/>
                <a:cs typeface="Calibri" panose="020F0502020204030204" pitchFamily="34" charset="0"/>
                <a:sym typeface="Calibri" panose="020F0502020204030204" pitchFamily="34" charset="0"/>
              </a:rPr>
              <a:t>   </a:t>
            </a:r>
            <a:br>
              <a:rPr lang="en-US" altLang="en-US" sz="1700" dirty="0">
                <a:solidFill>
                  <a:srgbClr val="000000"/>
                </a:solidFill>
                <a:latin typeface="Calibri" panose="020F0502020204030204" pitchFamily="34" charset="0"/>
                <a:cs typeface="Calibri" panose="020F0502020204030204" pitchFamily="34" charset="0"/>
                <a:sym typeface="Calibri" panose="020F0502020204030204" pitchFamily="34" charset="0"/>
              </a:rPr>
            </a:br>
            <a:r>
              <a:rPr lang="en-US" altLang="en-US" sz="1700" dirty="0">
                <a:solidFill>
                  <a:srgbClr val="000000"/>
                </a:solidFill>
                <a:latin typeface="Calibri" panose="020F0502020204030204" pitchFamily="34" charset="0"/>
                <a:cs typeface="Calibri" panose="020F0502020204030204" pitchFamily="34" charset="0"/>
                <a:sym typeface="Calibri" panose="020F0502020204030204" pitchFamily="34" charset="0"/>
              </a:rPr>
              <a:t>Planning &amp; Decision     </a:t>
            </a:r>
          </a:p>
          <a:p>
            <a:pPr algn="ctr" fontAlgn="base" hangingPunct="0">
              <a:spcBef>
                <a:spcPct val="0"/>
              </a:spcBef>
              <a:spcAft>
                <a:spcPct val="0"/>
              </a:spcAft>
            </a:pPr>
            <a:r>
              <a:rPr lang="en-US" altLang="en-US" sz="1700" dirty="0">
                <a:solidFill>
                  <a:srgbClr val="000000"/>
                </a:solidFill>
                <a:latin typeface="Calibri" panose="020F0502020204030204" pitchFamily="34" charset="0"/>
                <a:cs typeface="Calibri" panose="020F0502020204030204" pitchFamily="34" charset="0"/>
                <a:sym typeface="Calibri" panose="020F0502020204030204" pitchFamily="34" charset="0"/>
              </a:rPr>
              <a:t> </a:t>
            </a:r>
          </a:p>
          <a:p>
            <a:pPr algn="ctr" fontAlgn="base" hangingPunct="0">
              <a:spcBef>
                <a:spcPct val="0"/>
              </a:spcBef>
              <a:spcAft>
                <a:spcPct val="0"/>
              </a:spcAft>
            </a:pPr>
            <a:r>
              <a:rPr lang="en-US" altLang="en-US" sz="1700" dirty="0">
                <a:solidFill>
                  <a:srgbClr val="000000"/>
                </a:solidFill>
                <a:latin typeface="Calibri" panose="020F0502020204030204" pitchFamily="34" charset="0"/>
                <a:cs typeface="Calibri" panose="020F0502020204030204" pitchFamily="34" charset="0"/>
                <a:sym typeface="Calibri" panose="020F0502020204030204" pitchFamily="34" charset="0"/>
              </a:rPr>
              <a:t>Perception          </a:t>
            </a:r>
          </a:p>
          <a:p>
            <a:pPr algn="ctr" fontAlgn="base" hangingPunct="0">
              <a:spcBef>
                <a:spcPct val="0"/>
              </a:spcBef>
              <a:spcAft>
                <a:spcPct val="0"/>
              </a:spcAft>
            </a:pPr>
            <a:br>
              <a:rPr lang="en-US" altLang="en-US" sz="1700" dirty="0">
                <a:solidFill>
                  <a:srgbClr val="000000"/>
                </a:solidFill>
                <a:latin typeface="Calibri" panose="020F0502020204030204" pitchFamily="34" charset="0"/>
                <a:cs typeface="Calibri" panose="020F0502020204030204" pitchFamily="34" charset="0"/>
                <a:sym typeface="Calibri" panose="020F0502020204030204" pitchFamily="34" charset="0"/>
              </a:rPr>
            </a:br>
            <a:r>
              <a:rPr lang="en-US" altLang="en-US" sz="1700" dirty="0">
                <a:solidFill>
                  <a:srgbClr val="000000"/>
                </a:solidFill>
                <a:latin typeface="Calibri" panose="020F0502020204030204" pitchFamily="34" charset="0"/>
                <a:cs typeface="Calibri" panose="020F0502020204030204" pitchFamily="34" charset="0"/>
                <a:sym typeface="Calibri" panose="020F0502020204030204" pitchFamily="34" charset="0"/>
              </a:rPr>
              <a:t>Sensor Interface </a:t>
            </a:r>
          </a:p>
          <a:p>
            <a:pPr algn="ctr" fontAlgn="base" hangingPunct="0">
              <a:spcBef>
                <a:spcPct val="0"/>
              </a:spcBef>
              <a:spcAft>
                <a:spcPct val="0"/>
              </a:spcAft>
            </a:pPr>
            <a:br>
              <a:rPr lang="en-US" altLang="en-US" sz="1700" dirty="0">
                <a:solidFill>
                  <a:srgbClr val="000000"/>
                </a:solidFill>
                <a:latin typeface="Calibri" panose="020F0502020204030204" pitchFamily="34" charset="0"/>
                <a:cs typeface="Calibri" panose="020F0502020204030204" pitchFamily="34" charset="0"/>
                <a:sym typeface="Calibri" panose="020F0502020204030204" pitchFamily="34" charset="0"/>
              </a:rPr>
            </a:br>
            <a:r>
              <a:rPr lang="en-US" altLang="en-US" sz="1700" dirty="0">
                <a:solidFill>
                  <a:srgbClr val="000000"/>
                </a:solidFill>
                <a:latin typeface="Calibri" panose="020F0502020204030204" pitchFamily="34" charset="0"/>
                <a:cs typeface="Calibri" panose="020F0502020204030204" pitchFamily="34" charset="0"/>
                <a:sym typeface="Calibri" panose="020F0502020204030204" pitchFamily="34" charset="0"/>
              </a:rPr>
              <a:t>Vehicle Control Layer </a:t>
            </a:r>
          </a:p>
        </p:txBody>
      </p:sp>
      <p:sp>
        <p:nvSpPr>
          <p:cNvPr id="8201" name="AutoShape 9" descr="Arrow: Down 16">
            <a:extLst>
              <a:ext uri="{FF2B5EF4-FFF2-40B4-BE49-F238E27FC236}">
                <a16:creationId xmlns:a16="http://schemas.microsoft.com/office/drawing/2014/main" id="{B33BE623-E104-EA93-6CDC-2F504310C6AA}"/>
              </a:ext>
            </a:extLst>
          </p:cNvPr>
          <p:cNvSpPr>
            <a:spLocks/>
          </p:cNvSpPr>
          <p:nvPr/>
        </p:nvSpPr>
        <p:spPr bwMode="auto">
          <a:xfrm>
            <a:off x="5879182" y="2831568"/>
            <a:ext cx="215900" cy="2698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12960"/>
                </a:moveTo>
                <a:lnTo>
                  <a:pt x="5400" y="12960"/>
                </a:lnTo>
                <a:lnTo>
                  <a:pt x="5400" y="0"/>
                </a:lnTo>
                <a:lnTo>
                  <a:pt x="16200" y="0"/>
                </a:lnTo>
                <a:lnTo>
                  <a:pt x="16200" y="12960"/>
                </a:lnTo>
                <a:lnTo>
                  <a:pt x="21600" y="12960"/>
                </a:lnTo>
                <a:lnTo>
                  <a:pt x="10800" y="21600"/>
                </a:lnTo>
                <a:close/>
              </a:path>
            </a:pathLst>
          </a:custGeom>
          <a:solidFill>
            <a:schemeClr val="accent1"/>
          </a:solidFill>
          <a:ln w="25400" cap="flat" cmpd="sng">
            <a:solidFill>
              <a:srgbClr val="3A5E8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nchor="ctr"/>
          <a:lstStyle/>
          <a:p>
            <a:pPr algn="ctr" fontAlgn="base" hangingPunct="0">
              <a:spcBef>
                <a:spcPct val="0"/>
              </a:spcBef>
              <a:spcAft>
                <a:spcPct val="0"/>
              </a:spcAft>
            </a:pPr>
            <a:endParaRPr lang="en-US" altLang="en-US">
              <a:solidFill>
                <a:srgbClr val="FFFFFF"/>
              </a:solidFill>
              <a:latin typeface="Calibri" panose="020F0502020204030204" pitchFamily="34" charset="0"/>
              <a:cs typeface="Calibri" panose="020F0502020204030204" pitchFamily="34" charset="0"/>
              <a:sym typeface="Calibri" panose="020F0502020204030204" pitchFamily="34" charset="0"/>
            </a:endParaRPr>
          </a:p>
        </p:txBody>
      </p:sp>
      <p:sp>
        <p:nvSpPr>
          <p:cNvPr id="8203" name="Text Box 11" descr="TextBox 23">
            <a:extLst>
              <a:ext uri="{FF2B5EF4-FFF2-40B4-BE49-F238E27FC236}">
                <a16:creationId xmlns:a16="http://schemas.microsoft.com/office/drawing/2014/main" id="{7B3766BA-8E49-289E-BD51-CC9B68E01467}"/>
              </a:ext>
            </a:extLst>
          </p:cNvPr>
          <p:cNvSpPr txBox="1">
            <a:spLocks/>
          </p:cNvSpPr>
          <p:nvPr/>
        </p:nvSpPr>
        <p:spPr bwMode="auto">
          <a:xfrm>
            <a:off x="4152107" y="1047750"/>
            <a:ext cx="3675063" cy="369332"/>
          </a:xfrm>
          <a:prstGeom prst="rect">
            <a:avLst/>
          </a:prstGeom>
          <a:solidFill>
            <a:schemeClr val="accent1"/>
          </a:solidFill>
          <a:ln w="25400" cap="flat" cmpd="sng">
            <a:solidFill>
              <a:srgbClr val="3A5E8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fontAlgn="base" hangingPunct="0">
              <a:spcBef>
                <a:spcPct val="0"/>
              </a:spcBef>
              <a:spcAft>
                <a:spcPct val="0"/>
              </a:spcAft>
            </a:pPr>
            <a:r>
              <a:rPr lang="en-US" altLang="en-US">
                <a:solidFill>
                  <a:srgbClr val="FFFFFF"/>
                </a:solidFill>
                <a:latin typeface="Calibri" panose="020F0502020204030204" pitchFamily="34" charset="0"/>
                <a:cs typeface="Calibri" panose="020F0502020204030204" pitchFamily="34" charset="0"/>
                <a:sym typeface="Calibri" panose="020F0502020204030204" pitchFamily="34" charset="0"/>
              </a:rPr>
              <a:t>High-level architecture</a:t>
            </a:r>
          </a:p>
        </p:txBody>
      </p:sp>
      <p:sp>
        <p:nvSpPr>
          <p:cNvPr id="8204" name="Rectangle 12" descr="Rectangle 24">
            <a:extLst>
              <a:ext uri="{FF2B5EF4-FFF2-40B4-BE49-F238E27FC236}">
                <a16:creationId xmlns:a16="http://schemas.microsoft.com/office/drawing/2014/main" id="{98A3059F-99DE-248C-E81F-63534B7E3A5C}"/>
              </a:ext>
            </a:extLst>
          </p:cNvPr>
          <p:cNvSpPr>
            <a:spLocks/>
          </p:cNvSpPr>
          <p:nvPr/>
        </p:nvSpPr>
        <p:spPr bwMode="auto">
          <a:xfrm>
            <a:off x="4155282" y="1055689"/>
            <a:ext cx="3652837" cy="2809875"/>
          </a:xfrm>
          <a:prstGeom prst="rect">
            <a:avLst/>
          </a:prstGeom>
          <a:noFill/>
          <a:ln w="25400" cap="flat" cmpd="sng">
            <a:solidFill>
              <a:srgbClr val="3A5E8A"/>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nchor="ctr"/>
          <a:lstStyle/>
          <a:p>
            <a:pPr algn="ctr" fontAlgn="base" hangingPunct="0">
              <a:spcBef>
                <a:spcPct val="0"/>
              </a:spcBef>
              <a:spcAft>
                <a:spcPct val="0"/>
              </a:spcAft>
            </a:pPr>
            <a:endParaRPr lang="en-US" altLang="en-US">
              <a:solidFill>
                <a:srgbClr val="FFFFFF"/>
              </a:solidFill>
              <a:latin typeface="Calibri" panose="020F0502020204030204" pitchFamily="34" charset="0"/>
              <a:cs typeface="Calibri" panose="020F0502020204030204" pitchFamily="34" charset="0"/>
              <a:sym typeface="Calibri" panose="020F0502020204030204" pitchFamily="34" charset="0"/>
            </a:endParaRPr>
          </a:p>
        </p:txBody>
      </p:sp>
      <p:sp>
        <p:nvSpPr>
          <p:cNvPr id="8205" name="Rectangle 13" descr="Rectangle 26">
            <a:extLst>
              <a:ext uri="{FF2B5EF4-FFF2-40B4-BE49-F238E27FC236}">
                <a16:creationId xmlns:a16="http://schemas.microsoft.com/office/drawing/2014/main" id="{B1D9CC1F-A089-1631-F155-97907E41B280}"/>
              </a:ext>
            </a:extLst>
          </p:cNvPr>
          <p:cNvSpPr>
            <a:spLocks/>
          </p:cNvSpPr>
          <p:nvPr/>
        </p:nvSpPr>
        <p:spPr bwMode="auto">
          <a:xfrm>
            <a:off x="56356" y="3925889"/>
            <a:ext cx="4090988" cy="2593975"/>
          </a:xfrm>
          <a:prstGeom prst="rect">
            <a:avLst/>
          </a:prstGeom>
          <a:noFill/>
          <a:ln w="25400" cap="flat" cmpd="sng">
            <a:solidFill>
              <a:srgbClr val="3A5E8A"/>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nchor="ctr"/>
          <a:lstStyle/>
          <a:p>
            <a:pPr algn="ctr" fontAlgn="base" hangingPunct="0">
              <a:spcBef>
                <a:spcPct val="0"/>
              </a:spcBef>
              <a:spcAft>
                <a:spcPct val="0"/>
              </a:spcAft>
            </a:pPr>
            <a:endParaRPr lang="en-US" altLang="en-US">
              <a:solidFill>
                <a:srgbClr val="FFFFFF"/>
              </a:solidFill>
              <a:latin typeface="Calibri" panose="020F0502020204030204" pitchFamily="34" charset="0"/>
              <a:cs typeface="Calibri" panose="020F0502020204030204" pitchFamily="34" charset="0"/>
              <a:sym typeface="Calibri" panose="020F0502020204030204" pitchFamily="34" charset="0"/>
            </a:endParaRPr>
          </a:p>
        </p:txBody>
      </p:sp>
      <p:sp>
        <p:nvSpPr>
          <p:cNvPr id="8206" name="Text Box 14" descr="TextBox 28">
            <a:extLst>
              <a:ext uri="{FF2B5EF4-FFF2-40B4-BE49-F238E27FC236}">
                <a16:creationId xmlns:a16="http://schemas.microsoft.com/office/drawing/2014/main" id="{E7F61665-61D2-1AC3-D3F9-4F5182D168E9}"/>
              </a:ext>
            </a:extLst>
          </p:cNvPr>
          <p:cNvSpPr txBox="1">
            <a:spLocks/>
          </p:cNvSpPr>
          <p:nvPr/>
        </p:nvSpPr>
        <p:spPr bwMode="auto">
          <a:xfrm>
            <a:off x="7823996" y="1052736"/>
            <a:ext cx="4316411" cy="369332"/>
          </a:xfrm>
          <a:prstGeom prst="rect">
            <a:avLst/>
          </a:prstGeom>
          <a:solidFill>
            <a:schemeClr val="accent1"/>
          </a:solidFill>
          <a:ln w="19050" cap="flat" cmpd="sng">
            <a:solidFill>
              <a:srgbClr val="3A5E8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45720" rIns="45720">
            <a:spAutoFit/>
          </a:bodyPr>
          <a:lstStyle/>
          <a:p>
            <a:pPr algn="ctr" fontAlgn="base" hangingPunct="0">
              <a:spcBef>
                <a:spcPct val="0"/>
              </a:spcBef>
              <a:spcAft>
                <a:spcPct val="0"/>
              </a:spcAft>
            </a:pPr>
            <a:r>
              <a:rPr lang="en-US" altLang="en-US">
                <a:solidFill>
                  <a:srgbClr val="FFFFFF"/>
                </a:solidFill>
                <a:latin typeface="Calibri" panose="020F0502020204030204" pitchFamily="34" charset="0"/>
                <a:cs typeface="Calibri" panose="020F0502020204030204" pitchFamily="34" charset="0"/>
                <a:sym typeface="Calibri" panose="020F0502020204030204" pitchFamily="34" charset="0"/>
              </a:rPr>
              <a:t>Detailed Block-wise Architecture</a:t>
            </a:r>
          </a:p>
        </p:txBody>
      </p:sp>
      <p:sp>
        <p:nvSpPr>
          <p:cNvPr id="8207" name="Text Box 15" descr="TextBox 30">
            <a:extLst>
              <a:ext uri="{FF2B5EF4-FFF2-40B4-BE49-F238E27FC236}">
                <a16:creationId xmlns:a16="http://schemas.microsoft.com/office/drawing/2014/main" id="{D65DF358-3F61-9C2F-42DA-A46F029FD22A}"/>
              </a:ext>
            </a:extLst>
          </p:cNvPr>
          <p:cNvSpPr txBox="1">
            <a:spLocks/>
          </p:cNvSpPr>
          <p:nvPr/>
        </p:nvSpPr>
        <p:spPr bwMode="auto">
          <a:xfrm>
            <a:off x="7942340" y="1334873"/>
            <a:ext cx="252412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fontAlgn="base" hangingPunct="0">
              <a:spcBef>
                <a:spcPct val="0"/>
              </a:spcBef>
              <a:spcAft>
                <a:spcPct val="0"/>
              </a:spcAft>
            </a:pPr>
            <a:r>
              <a:rPr lang="en-US" altLang="en-US" b="1" dirty="0">
                <a:solidFill>
                  <a:srgbClr val="000000"/>
                </a:solidFill>
                <a:latin typeface="Calibri" panose="020F0502020204030204" pitchFamily="34" charset="0"/>
                <a:cs typeface="Calibri" panose="020F0502020204030204" pitchFamily="34" charset="0"/>
                <a:sym typeface="Calibri" panose="020F0502020204030204" pitchFamily="34" charset="0"/>
              </a:rPr>
              <a:t>A. Sensor Interface Layer</a:t>
            </a:r>
          </a:p>
        </p:txBody>
      </p:sp>
      <p:sp>
        <p:nvSpPr>
          <p:cNvPr id="8208" name="Text Box 16" descr="TextBox 32">
            <a:extLst>
              <a:ext uri="{FF2B5EF4-FFF2-40B4-BE49-F238E27FC236}">
                <a16:creationId xmlns:a16="http://schemas.microsoft.com/office/drawing/2014/main" id="{5A181B6B-BB38-BF7C-0140-4F48B2C1D746}"/>
              </a:ext>
            </a:extLst>
          </p:cNvPr>
          <p:cNvSpPr txBox="1">
            <a:spLocks/>
          </p:cNvSpPr>
          <p:nvPr/>
        </p:nvSpPr>
        <p:spPr bwMode="auto">
          <a:xfrm>
            <a:off x="8563769" y="1520825"/>
            <a:ext cx="3230562" cy="1195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fontAlgn="base" hangingPunct="0">
              <a:spcBef>
                <a:spcPct val="0"/>
              </a:spcBef>
              <a:spcAft>
                <a:spcPct val="0"/>
              </a:spcAft>
            </a:pPr>
            <a:r>
              <a:rPr lang="en-US" altLang="en-US" sz="1400" dirty="0">
                <a:solidFill>
                  <a:srgbClr val="000000"/>
                </a:solidFill>
                <a:latin typeface="Calibri" panose="020F0502020204030204" pitchFamily="34" charset="0"/>
                <a:cs typeface="Calibri" panose="020F0502020204030204" pitchFamily="34" charset="0"/>
                <a:sym typeface="Calibri" panose="020F0502020204030204" pitchFamily="34" charset="0"/>
              </a:rPr>
              <a:t>Inputs:</a:t>
            </a:r>
          </a:p>
          <a:p>
            <a:pPr fontAlgn="base" hangingPunct="0">
              <a:spcBef>
                <a:spcPct val="0"/>
              </a:spcBef>
              <a:spcAft>
                <a:spcPct val="0"/>
              </a:spcAft>
              <a:buSzPct val="100000"/>
              <a:buFont typeface="Arial" panose="020B0604020202020204" pitchFamily="34" charset="0"/>
              <a:buChar char="•"/>
            </a:pPr>
            <a:r>
              <a:rPr lang="en-US" altLang="en-US" sz="1400" dirty="0">
                <a:solidFill>
                  <a:srgbClr val="000000"/>
                </a:solidFill>
                <a:latin typeface="Calibri" panose="020F0502020204030204" pitchFamily="34" charset="0"/>
                <a:cs typeface="Calibri" panose="020F0502020204030204" pitchFamily="34" charset="0"/>
                <a:sym typeface="Calibri" panose="020F0502020204030204" pitchFamily="34" charset="0"/>
              </a:rPr>
              <a:t>Camera (USB / CSI)</a:t>
            </a:r>
          </a:p>
          <a:p>
            <a:pPr fontAlgn="base" hangingPunct="0">
              <a:spcBef>
                <a:spcPct val="0"/>
              </a:spcBef>
              <a:spcAft>
                <a:spcPct val="0"/>
              </a:spcAft>
              <a:buSzPct val="100000"/>
              <a:buFont typeface="Arial" panose="020B0604020202020204" pitchFamily="34" charset="0"/>
              <a:buChar char="•"/>
            </a:pPr>
            <a:r>
              <a:rPr lang="en-US" altLang="en-US" sz="1400" dirty="0">
                <a:solidFill>
                  <a:srgbClr val="000000"/>
                </a:solidFill>
                <a:latin typeface="Calibri" panose="020F0502020204030204" pitchFamily="34" charset="0"/>
                <a:cs typeface="Calibri" panose="020F0502020204030204" pitchFamily="34" charset="0"/>
                <a:sym typeface="Calibri" panose="020F0502020204030204" pitchFamily="34" charset="0"/>
              </a:rPr>
              <a:t>IMU</a:t>
            </a:r>
          </a:p>
          <a:p>
            <a:pPr fontAlgn="base" hangingPunct="0">
              <a:spcBef>
                <a:spcPct val="0"/>
              </a:spcBef>
              <a:spcAft>
                <a:spcPct val="0"/>
              </a:spcAft>
              <a:buSzPct val="100000"/>
              <a:buFont typeface="Arial" panose="020B0604020202020204" pitchFamily="34" charset="0"/>
              <a:buChar char="•"/>
            </a:pPr>
            <a:r>
              <a:rPr lang="en-US" altLang="en-US" sz="1400" dirty="0">
                <a:solidFill>
                  <a:srgbClr val="000000"/>
                </a:solidFill>
                <a:latin typeface="Calibri" panose="020F0502020204030204" pitchFamily="34" charset="0"/>
                <a:cs typeface="Calibri" panose="020F0502020204030204" pitchFamily="34" charset="0"/>
                <a:sym typeface="Calibri" panose="020F0502020204030204" pitchFamily="34" charset="0"/>
              </a:rPr>
              <a:t>Wheel speed (via MCU)</a:t>
            </a:r>
          </a:p>
          <a:p>
            <a:pPr fontAlgn="base" hangingPunct="0">
              <a:spcBef>
                <a:spcPct val="0"/>
              </a:spcBef>
              <a:spcAft>
                <a:spcPct val="0"/>
              </a:spcAft>
              <a:buSzPct val="100000"/>
              <a:buFont typeface="Arial" panose="020B0604020202020204" pitchFamily="34" charset="0"/>
              <a:buChar char="•"/>
            </a:pPr>
            <a:r>
              <a:rPr lang="en-US" altLang="en-US" sz="1400" dirty="0">
                <a:solidFill>
                  <a:srgbClr val="000000"/>
                </a:solidFill>
                <a:latin typeface="Calibri" panose="020F0502020204030204" pitchFamily="34" charset="0"/>
                <a:cs typeface="Calibri" panose="020F0502020204030204" pitchFamily="34" charset="0"/>
                <a:sym typeface="Calibri" panose="020F0502020204030204" pitchFamily="34" charset="0"/>
              </a:rPr>
              <a:t>Steering angle (via MCU)</a:t>
            </a:r>
          </a:p>
        </p:txBody>
      </p:sp>
      <p:sp>
        <p:nvSpPr>
          <p:cNvPr id="8209" name="Text Box 17" descr="TextBox 34">
            <a:extLst>
              <a:ext uri="{FF2B5EF4-FFF2-40B4-BE49-F238E27FC236}">
                <a16:creationId xmlns:a16="http://schemas.microsoft.com/office/drawing/2014/main" id="{000B38A3-629F-59CA-5521-72B72B5CD5A9}"/>
              </a:ext>
            </a:extLst>
          </p:cNvPr>
          <p:cNvSpPr txBox="1">
            <a:spLocks/>
          </p:cNvSpPr>
          <p:nvPr/>
        </p:nvSpPr>
        <p:spPr bwMode="auto">
          <a:xfrm>
            <a:off x="8090695" y="2667000"/>
            <a:ext cx="1970087"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fontAlgn="base" hangingPunct="0">
              <a:spcBef>
                <a:spcPct val="0"/>
              </a:spcBef>
              <a:spcAft>
                <a:spcPct val="0"/>
              </a:spcAft>
            </a:pPr>
            <a:r>
              <a:rPr lang="en-US" altLang="en-US" b="1" dirty="0">
                <a:solidFill>
                  <a:srgbClr val="000000"/>
                </a:solidFill>
                <a:latin typeface="Calibri" panose="020F0502020204030204" pitchFamily="34" charset="0"/>
                <a:cs typeface="Calibri" panose="020F0502020204030204" pitchFamily="34" charset="0"/>
                <a:sym typeface="Calibri" panose="020F0502020204030204" pitchFamily="34" charset="0"/>
              </a:rPr>
              <a:t>B. Perception Layer</a:t>
            </a:r>
          </a:p>
        </p:txBody>
      </p:sp>
      <p:sp>
        <p:nvSpPr>
          <p:cNvPr id="8210" name="Text Box 18" descr="TextBox 36">
            <a:extLst>
              <a:ext uri="{FF2B5EF4-FFF2-40B4-BE49-F238E27FC236}">
                <a16:creationId xmlns:a16="http://schemas.microsoft.com/office/drawing/2014/main" id="{8BD5EA06-2B03-CE5E-990D-A31BE7239550}"/>
              </a:ext>
            </a:extLst>
          </p:cNvPr>
          <p:cNvSpPr txBox="1">
            <a:spLocks/>
          </p:cNvSpPr>
          <p:nvPr/>
        </p:nvSpPr>
        <p:spPr bwMode="auto">
          <a:xfrm>
            <a:off x="8087520" y="2986089"/>
            <a:ext cx="3836987" cy="966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fontAlgn="base" hangingPunct="0">
              <a:spcBef>
                <a:spcPct val="0"/>
              </a:spcBef>
              <a:spcAft>
                <a:spcPct val="0"/>
              </a:spcAft>
            </a:pPr>
            <a:r>
              <a:rPr lang="en-US" altLang="en-US" sz="1400">
                <a:solidFill>
                  <a:srgbClr val="000000"/>
                </a:solidFill>
                <a:latin typeface="Calibri" panose="020F0502020204030204" pitchFamily="34" charset="0"/>
                <a:cs typeface="Calibri" panose="020F0502020204030204" pitchFamily="34" charset="0"/>
                <a:sym typeface="Calibri" panose="020F0502020204030204" pitchFamily="34" charset="0"/>
              </a:rPr>
              <a:t>Modules:</a:t>
            </a:r>
          </a:p>
          <a:p>
            <a:pPr fontAlgn="base" hangingPunct="0">
              <a:spcBef>
                <a:spcPct val="0"/>
              </a:spcBef>
              <a:spcAft>
                <a:spcPct val="0"/>
              </a:spcAft>
              <a:buSzPct val="100000"/>
              <a:buFont typeface="Arial" panose="020B0604020202020204" pitchFamily="34" charset="0"/>
              <a:buChar char="•"/>
            </a:pPr>
            <a:r>
              <a:rPr lang="en-US" altLang="en-US" sz="1400">
                <a:solidFill>
                  <a:srgbClr val="000000"/>
                </a:solidFill>
                <a:latin typeface="Calibri" panose="020F0502020204030204" pitchFamily="34" charset="0"/>
                <a:cs typeface="Calibri" panose="020F0502020204030204" pitchFamily="34" charset="0"/>
                <a:sym typeface="Calibri" panose="020F0502020204030204" pitchFamily="34" charset="0"/>
              </a:rPr>
              <a:t>Lane detection (classical + optional ML)</a:t>
            </a:r>
          </a:p>
          <a:p>
            <a:pPr fontAlgn="base" hangingPunct="0">
              <a:spcBef>
                <a:spcPct val="0"/>
              </a:spcBef>
              <a:spcAft>
                <a:spcPct val="0"/>
              </a:spcAft>
              <a:buSzPct val="100000"/>
              <a:buFont typeface="Arial" panose="020B0604020202020204" pitchFamily="34" charset="0"/>
              <a:buChar char="•"/>
            </a:pPr>
            <a:r>
              <a:rPr lang="en-US" altLang="en-US" sz="1400">
                <a:solidFill>
                  <a:srgbClr val="000000"/>
                </a:solidFill>
                <a:latin typeface="Calibri" panose="020F0502020204030204" pitchFamily="34" charset="0"/>
                <a:cs typeface="Calibri" panose="020F0502020204030204" pitchFamily="34" charset="0"/>
                <a:sym typeface="Calibri" panose="020F0502020204030204" pitchFamily="34" charset="0"/>
              </a:rPr>
              <a:t>Obstacle detection (vision-based)</a:t>
            </a:r>
          </a:p>
          <a:p>
            <a:pPr fontAlgn="base" hangingPunct="0">
              <a:spcBef>
                <a:spcPct val="0"/>
              </a:spcBef>
              <a:spcAft>
                <a:spcPct val="0"/>
              </a:spcAft>
              <a:buSzPct val="100000"/>
              <a:buFont typeface="Arial" panose="020B0604020202020204" pitchFamily="34" charset="0"/>
              <a:buChar char="•"/>
            </a:pPr>
            <a:r>
              <a:rPr lang="en-US" altLang="en-US" sz="1400">
                <a:solidFill>
                  <a:srgbClr val="000000"/>
                </a:solidFill>
                <a:latin typeface="Calibri" panose="020F0502020204030204" pitchFamily="34" charset="0"/>
                <a:cs typeface="Calibri" panose="020F0502020204030204" pitchFamily="34" charset="0"/>
                <a:sym typeface="Calibri" panose="020F0502020204030204" pitchFamily="34" charset="0"/>
              </a:rPr>
              <a:t>Object classification (cones, barriers)</a:t>
            </a:r>
          </a:p>
        </p:txBody>
      </p:sp>
      <p:sp>
        <p:nvSpPr>
          <p:cNvPr id="8211" name="Text Box 19" descr="TextBox 38">
            <a:extLst>
              <a:ext uri="{FF2B5EF4-FFF2-40B4-BE49-F238E27FC236}">
                <a16:creationId xmlns:a16="http://schemas.microsoft.com/office/drawing/2014/main" id="{4CA476EE-F55B-EA18-1AAE-4CB30E36EFD9}"/>
              </a:ext>
            </a:extLst>
          </p:cNvPr>
          <p:cNvSpPr txBox="1">
            <a:spLocks/>
          </p:cNvSpPr>
          <p:nvPr/>
        </p:nvSpPr>
        <p:spPr bwMode="auto">
          <a:xfrm>
            <a:off x="8087520" y="3937000"/>
            <a:ext cx="3836987"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fontAlgn="base" hangingPunct="0">
              <a:spcBef>
                <a:spcPct val="0"/>
              </a:spcBef>
              <a:spcAft>
                <a:spcPct val="0"/>
              </a:spcAft>
            </a:pPr>
            <a:r>
              <a:rPr lang="en-US" altLang="en-US" b="1">
                <a:solidFill>
                  <a:srgbClr val="000000"/>
                </a:solidFill>
                <a:latin typeface="Calibri" panose="020F0502020204030204" pitchFamily="34" charset="0"/>
                <a:cs typeface="Calibri" panose="020F0502020204030204" pitchFamily="34" charset="0"/>
                <a:sym typeface="Calibri" panose="020F0502020204030204" pitchFamily="34" charset="0"/>
              </a:rPr>
              <a:t>C. Localization &amp; State Estimation</a:t>
            </a:r>
          </a:p>
        </p:txBody>
      </p:sp>
      <p:sp>
        <p:nvSpPr>
          <p:cNvPr id="8212" name="Text Box 20" descr="TextBox 40">
            <a:extLst>
              <a:ext uri="{FF2B5EF4-FFF2-40B4-BE49-F238E27FC236}">
                <a16:creationId xmlns:a16="http://schemas.microsoft.com/office/drawing/2014/main" id="{30552C6C-CF8F-CEAB-45D7-9D86C5CFC13E}"/>
              </a:ext>
            </a:extLst>
          </p:cNvPr>
          <p:cNvSpPr txBox="1">
            <a:spLocks/>
          </p:cNvSpPr>
          <p:nvPr/>
        </p:nvSpPr>
        <p:spPr bwMode="auto">
          <a:xfrm>
            <a:off x="8079581" y="4264025"/>
            <a:ext cx="2286000" cy="966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fontAlgn="base" hangingPunct="0">
              <a:spcBef>
                <a:spcPct val="0"/>
              </a:spcBef>
              <a:spcAft>
                <a:spcPct val="0"/>
              </a:spcAft>
            </a:pPr>
            <a:r>
              <a:rPr lang="en-US" altLang="en-US" sz="1400">
                <a:solidFill>
                  <a:srgbClr val="000000"/>
                </a:solidFill>
                <a:latin typeface="Calibri" panose="020F0502020204030204" pitchFamily="34" charset="0"/>
                <a:cs typeface="Calibri" panose="020F0502020204030204" pitchFamily="34" charset="0"/>
                <a:sym typeface="Calibri" panose="020F0502020204030204" pitchFamily="34" charset="0"/>
              </a:rPr>
              <a:t>Inputs:</a:t>
            </a:r>
          </a:p>
          <a:p>
            <a:pPr fontAlgn="base" hangingPunct="0">
              <a:spcBef>
                <a:spcPct val="0"/>
              </a:spcBef>
              <a:spcAft>
                <a:spcPct val="0"/>
              </a:spcAft>
              <a:buSzPct val="100000"/>
              <a:buFont typeface="Arial" panose="020B0604020202020204" pitchFamily="34" charset="0"/>
              <a:buChar char="•"/>
            </a:pPr>
            <a:r>
              <a:rPr lang="en-US" altLang="en-US" sz="1400">
                <a:solidFill>
                  <a:srgbClr val="000000"/>
                </a:solidFill>
                <a:latin typeface="Calibri" panose="020F0502020204030204" pitchFamily="34" charset="0"/>
                <a:cs typeface="Calibri" panose="020F0502020204030204" pitchFamily="34" charset="0"/>
                <a:sym typeface="Calibri" panose="020F0502020204030204" pitchFamily="34" charset="0"/>
              </a:rPr>
              <a:t>IMU</a:t>
            </a:r>
          </a:p>
          <a:p>
            <a:pPr fontAlgn="base" hangingPunct="0">
              <a:spcBef>
                <a:spcPct val="0"/>
              </a:spcBef>
              <a:spcAft>
                <a:spcPct val="0"/>
              </a:spcAft>
              <a:buSzPct val="100000"/>
              <a:buFont typeface="Arial" panose="020B0604020202020204" pitchFamily="34" charset="0"/>
              <a:buChar char="•"/>
            </a:pPr>
            <a:r>
              <a:rPr lang="en-US" altLang="en-US" sz="1400">
                <a:solidFill>
                  <a:srgbClr val="000000"/>
                </a:solidFill>
                <a:latin typeface="Calibri" panose="020F0502020204030204" pitchFamily="34" charset="0"/>
                <a:cs typeface="Calibri" panose="020F0502020204030204" pitchFamily="34" charset="0"/>
                <a:sym typeface="Calibri" panose="020F0502020204030204" pitchFamily="34" charset="0"/>
              </a:rPr>
              <a:t>Wheel speed</a:t>
            </a:r>
          </a:p>
          <a:p>
            <a:pPr fontAlgn="base" hangingPunct="0">
              <a:spcBef>
                <a:spcPct val="0"/>
              </a:spcBef>
              <a:spcAft>
                <a:spcPct val="0"/>
              </a:spcAft>
              <a:buSzPct val="100000"/>
              <a:buFont typeface="Arial" panose="020B0604020202020204" pitchFamily="34" charset="0"/>
              <a:buChar char="•"/>
            </a:pPr>
            <a:r>
              <a:rPr lang="en-US" altLang="en-US" sz="1400">
                <a:solidFill>
                  <a:srgbClr val="000000"/>
                </a:solidFill>
                <a:latin typeface="Calibri" panose="020F0502020204030204" pitchFamily="34" charset="0"/>
                <a:cs typeface="Calibri" panose="020F0502020204030204" pitchFamily="34" charset="0"/>
                <a:sym typeface="Calibri" panose="020F0502020204030204" pitchFamily="34" charset="0"/>
              </a:rPr>
              <a:t>Steering angle</a:t>
            </a:r>
          </a:p>
        </p:txBody>
      </p:sp>
      <p:sp>
        <p:nvSpPr>
          <p:cNvPr id="8213" name="Text Box 21" descr="TextBox 42">
            <a:extLst>
              <a:ext uri="{FF2B5EF4-FFF2-40B4-BE49-F238E27FC236}">
                <a16:creationId xmlns:a16="http://schemas.microsoft.com/office/drawing/2014/main" id="{37DB0662-ABBC-73C0-B8CF-567C3B8F08D8}"/>
              </a:ext>
            </a:extLst>
          </p:cNvPr>
          <p:cNvSpPr txBox="1">
            <a:spLocks/>
          </p:cNvSpPr>
          <p:nvPr/>
        </p:nvSpPr>
        <p:spPr bwMode="auto">
          <a:xfrm>
            <a:off x="9603582" y="4276725"/>
            <a:ext cx="1852613" cy="966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fontAlgn="base" hangingPunct="0">
              <a:spcBef>
                <a:spcPct val="0"/>
              </a:spcBef>
              <a:spcAft>
                <a:spcPct val="0"/>
              </a:spcAft>
            </a:pPr>
            <a:r>
              <a:rPr lang="en-US" altLang="en-US" sz="1400">
                <a:solidFill>
                  <a:srgbClr val="000000"/>
                </a:solidFill>
                <a:latin typeface="Calibri" panose="020F0502020204030204" pitchFamily="34" charset="0"/>
                <a:cs typeface="Calibri" panose="020F0502020204030204" pitchFamily="34" charset="0"/>
                <a:sym typeface="Calibri" panose="020F0502020204030204" pitchFamily="34" charset="0"/>
              </a:rPr>
              <a:t>Outputs:</a:t>
            </a:r>
          </a:p>
          <a:p>
            <a:pPr fontAlgn="base" hangingPunct="0">
              <a:spcBef>
                <a:spcPct val="0"/>
              </a:spcBef>
              <a:spcAft>
                <a:spcPct val="0"/>
              </a:spcAft>
              <a:buSzPct val="100000"/>
              <a:buFont typeface="Arial" panose="020B0604020202020204" pitchFamily="34" charset="0"/>
              <a:buChar char="•"/>
            </a:pPr>
            <a:r>
              <a:rPr lang="en-US" altLang="en-US" sz="1400">
                <a:solidFill>
                  <a:srgbClr val="000000"/>
                </a:solidFill>
                <a:latin typeface="Calibri" panose="020F0502020204030204" pitchFamily="34" charset="0"/>
                <a:cs typeface="Calibri" panose="020F0502020204030204" pitchFamily="34" charset="0"/>
                <a:sym typeface="Calibri" panose="020F0502020204030204" pitchFamily="34" charset="0"/>
              </a:rPr>
              <a:t>Vehicle speed</a:t>
            </a:r>
          </a:p>
          <a:p>
            <a:pPr fontAlgn="base" hangingPunct="0">
              <a:spcBef>
                <a:spcPct val="0"/>
              </a:spcBef>
              <a:spcAft>
                <a:spcPct val="0"/>
              </a:spcAft>
              <a:buSzPct val="100000"/>
              <a:buFont typeface="Arial" panose="020B0604020202020204" pitchFamily="34" charset="0"/>
              <a:buChar char="•"/>
            </a:pPr>
            <a:r>
              <a:rPr lang="en-US" altLang="en-US" sz="1400">
                <a:solidFill>
                  <a:srgbClr val="000000"/>
                </a:solidFill>
                <a:latin typeface="Calibri" panose="020F0502020204030204" pitchFamily="34" charset="0"/>
                <a:cs typeface="Calibri" panose="020F0502020204030204" pitchFamily="34" charset="0"/>
                <a:sym typeface="Calibri" panose="020F0502020204030204" pitchFamily="34" charset="0"/>
              </a:rPr>
              <a:t>Yaw rate</a:t>
            </a:r>
          </a:p>
          <a:p>
            <a:pPr fontAlgn="base" hangingPunct="0">
              <a:spcBef>
                <a:spcPct val="0"/>
              </a:spcBef>
              <a:spcAft>
                <a:spcPct val="0"/>
              </a:spcAft>
              <a:buSzPct val="100000"/>
              <a:buFont typeface="Arial" panose="020B0604020202020204" pitchFamily="34" charset="0"/>
              <a:buChar char="•"/>
            </a:pPr>
            <a:r>
              <a:rPr lang="en-US" altLang="en-US" sz="1400">
                <a:solidFill>
                  <a:srgbClr val="000000"/>
                </a:solidFill>
                <a:latin typeface="Calibri" panose="020F0502020204030204" pitchFamily="34" charset="0"/>
                <a:cs typeface="Calibri" panose="020F0502020204030204" pitchFamily="34" charset="0"/>
                <a:sym typeface="Calibri" panose="020F0502020204030204" pitchFamily="34" charset="0"/>
              </a:rPr>
              <a:t>Heading estimate</a:t>
            </a:r>
          </a:p>
        </p:txBody>
      </p:sp>
      <p:sp>
        <p:nvSpPr>
          <p:cNvPr id="8214" name="Text Box 22" descr="TextBox 44">
            <a:extLst>
              <a:ext uri="{FF2B5EF4-FFF2-40B4-BE49-F238E27FC236}">
                <a16:creationId xmlns:a16="http://schemas.microsoft.com/office/drawing/2014/main" id="{FF94C142-AD3A-139B-32E6-8EA888ED410B}"/>
              </a:ext>
            </a:extLst>
          </p:cNvPr>
          <p:cNvSpPr txBox="1">
            <a:spLocks/>
          </p:cNvSpPr>
          <p:nvPr/>
        </p:nvSpPr>
        <p:spPr bwMode="auto">
          <a:xfrm>
            <a:off x="8087519" y="5241925"/>
            <a:ext cx="3186112"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fontAlgn="base" hangingPunct="0">
              <a:spcBef>
                <a:spcPct val="0"/>
              </a:spcBef>
              <a:spcAft>
                <a:spcPct val="0"/>
              </a:spcAft>
            </a:pPr>
            <a:r>
              <a:rPr lang="en-US" altLang="en-US" b="1">
                <a:solidFill>
                  <a:srgbClr val="000000"/>
                </a:solidFill>
                <a:latin typeface="Calibri" panose="020F0502020204030204" pitchFamily="34" charset="0"/>
                <a:cs typeface="Calibri" panose="020F0502020204030204" pitchFamily="34" charset="0"/>
                <a:sym typeface="Calibri" panose="020F0502020204030204" pitchFamily="34" charset="0"/>
              </a:rPr>
              <a:t>D. Planning &amp; Decision Layer</a:t>
            </a:r>
          </a:p>
        </p:txBody>
      </p:sp>
      <p:sp>
        <p:nvSpPr>
          <p:cNvPr id="8215" name="Text Box 23" descr="TextBox 46">
            <a:extLst>
              <a:ext uri="{FF2B5EF4-FFF2-40B4-BE49-F238E27FC236}">
                <a16:creationId xmlns:a16="http://schemas.microsoft.com/office/drawing/2014/main" id="{F0AA1499-DCE2-186C-1240-58203C9FEC27}"/>
              </a:ext>
            </a:extLst>
          </p:cNvPr>
          <p:cNvSpPr txBox="1">
            <a:spLocks/>
          </p:cNvSpPr>
          <p:nvPr/>
        </p:nvSpPr>
        <p:spPr bwMode="auto">
          <a:xfrm>
            <a:off x="8087520" y="5489575"/>
            <a:ext cx="3622675" cy="966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fontAlgn="base" hangingPunct="0">
              <a:spcBef>
                <a:spcPct val="0"/>
              </a:spcBef>
              <a:spcAft>
                <a:spcPct val="0"/>
              </a:spcAft>
            </a:pPr>
            <a:r>
              <a:rPr lang="en-US" altLang="en-US" sz="1400">
                <a:solidFill>
                  <a:srgbClr val="000000"/>
                </a:solidFill>
                <a:latin typeface="Calibri" panose="020F0502020204030204" pitchFamily="34" charset="0"/>
                <a:cs typeface="Calibri" panose="020F0502020204030204" pitchFamily="34" charset="0"/>
                <a:sym typeface="Calibri" panose="020F0502020204030204" pitchFamily="34" charset="0"/>
              </a:rPr>
              <a:t>Sub-modules:</a:t>
            </a:r>
          </a:p>
          <a:p>
            <a:pPr fontAlgn="base" hangingPunct="0">
              <a:spcBef>
                <a:spcPct val="0"/>
              </a:spcBef>
              <a:spcAft>
                <a:spcPct val="0"/>
              </a:spcAft>
              <a:buSzPct val="100000"/>
              <a:buFont typeface="Arial" panose="020B0604020202020204" pitchFamily="34" charset="0"/>
              <a:buChar char="•"/>
            </a:pPr>
            <a:r>
              <a:rPr lang="en-US" altLang="en-US" sz="1400">
                <a:solidFill>
                  <a:srgbClr val="000000"/>
                </a:solidFill>
                <a:latin typeface="Calibri" panose="020F0502020204030204" pitchFamily="34" charset="0"/>
                <a:cs typeface="Calibri" panose="020F0502020204030204" pitchFamily="34" charset="0"/>
                <a:sym typeface="Calibri" panose="020F0502020204030204" pitchFamily="34" charset="0"/>
              </a:rPr>
              <a:t>Behavior planner (manual / auto / AEB)</a:t>
            </a:r>
          </a:p>
          <a:p>
            <a:pPr fontAlgn="base" hangingPunct="0">
              <a:spcBef>
                <a:spcPct val="0"/>
              </a:spcBef>
              <a:spcAft>
                <a:spcPct val="0"/>
              </a:spcAft>
              <a:buSzPct val="100000"/>
              <a:buFont typeface="Arial" panose="020B0604020202020204" pitchFamily="34" charset="0"/>
              <a:buChar char="•"/>
            </a:pPr>
            <a:r>
              <a:rPr lang="en-US" altLang="en-US" sz="1400">
                <a:solidFill>
                  <a:srgbClr val="000000"/>
                </a:solidFill>
                <a:latin typeface="Calibri" panose="020F0502020204030204" pitchFamily="34" charset="0"/>
                <a:cs typeface="Calibri" panose="020F0502020204030204" pitchFamily="34" charset="0"/>
                <a:sym typeface="Calibri" panose="020F0502020204030204" pitchFamily="34" charset="0"/>
              </a:rPr>
              <a:t>Speed planner</a:t>
            </a:r>
          </a:p>
          <a:p>
            <a:pPr fontAlgn="base" hangingPunct="0">
              <a:spcBef>
                <a:spcPct val="0"/>
              </a:spcBef>
              <a:spcAft>
                <a:spcPct val="0"/>
              </a:spcAft>
              <a:buSzPct val="100000"/>
              <a:buFont typeface="Arial" panose="020B0604020202020204" pitchFamily="34" charset="0"/>
              <a:buChar char="•"/>
            </a:pPr>
            <a:r>
              <a:rPr lang="en-US" altLang="en-US" sz="1400">
                <a:solidFill>
                  <a:srgbClr val="000000"/>
                </a:solidFill>
                <a:latin typeface="Calibri" panose="020F0502020204030204" pitchFamily="34" charset="0"/>
                <a:cs typeface="Calibri" panose="020F0502020204030204" pitchFamily="34" charset="0"/>
                <a:sym typeface="Calibri" panose="020F0502020204030204" pitchFamily="34" charset="0"/>
              </a:rPr>
              <a:t>Path planner (lane center tracking)</a:t>
            </a:r>
          </a:p>
        </p:txBody>
      </p:sp>
      <p:sp>
        <p:nvSpPr>
          <p:cNvPr id="8216" name="Text Box 24" descr="TextBox 48">
            <a:extLst>
              <a:ext uri="{FF2B5EF4-FFF2-40B4-BE49-F238E27FC236}">
                <a16:creationId xmlns:a16="http://schemas.microsoft.com/office/drawing/2014/main" id="{A7C9566F-51C8-C8E0-FF4A-7F9F1B6994C1}"/>
              </a:ext>
            </a:extLst>
          </p:cNvPr>
          <p:cNvSpPr txBox="1">
            <a:spLocks/>
          </p:cNvSpPr>
          <p:nvPr/>
        </p:nvSpPr>
        <p:spPr bwMode="auto">
          <a:xfrm>
            <a:off x="4331494" y="3846513"/>
            <a:ext cx="74803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fontAlgn="base" hangingPunct="0">
              <a:spcBef>
                <a:spcPct val="0"/>
              </a:spcBef>
              <a:spcAft>
                <a:spcPct val="0"/>
              </a:spcAft>
            </a:pPr>
            <a:r>
              <a:rPr lang="en-US" altLang="en-US" b="1">
                <a:solidFill>
                  <a:srgbClr val="000000"/>
                </a:solidFill>
                <a:latin typeface="Calibri" panose="020F0502020204030204" pitchFamily="34" charset="0"/>
                <a:cs typeface="Calibri" panose="020F0502020204030204" pitchFamily="34" charset="0"/>
                <a:sym typeface="Calibri" panose="020F0502020204030204" pitchFamily="34" charset="0"/>
              </a:rPr>
              <a:t>E. Vehicle Control Layer</a:t>
            </a:r>
          </a:p>
        </p:txBody>
      </p:sp>
      <p:sp>
        <p:nvSpPr>
          <p:cNvPr id="8217" name="Text Box 25" descr="TextBox 50">
            <a:extLst>
              <a:ext uri="{FF2B5EF4-FFF2-40B4-BE49-F238E27FC236}">
                <a16:creationId xmlns:a16="http://schemas.microsoft.com/office/drawing/2014/main" id="{7CD632D7-C5E7-BD9E-8655-A4A7F8F19DA9}"/>
              </a:ext>
            </a:extLst>
          </p:cNvPr>
          <p:cNvSpPr txBox="1">
            <a:spLocks/>
          </p:cNvSpPr>
          <p:nvPr/>
        </p:nvSpPr>
        <p:spPr bwMode="auto">
          <a:xfrm>
            <a:off x="4506120" y="4084638"/>
            <a:ext cx="3074987" cy="1200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fontAlgn="base" hangingPunct="0">
              <a:spcBef>
                <a:spcPct val="0"/>
              </a:spcBef>
              <a:spcAft>
                <a:spcPct val="0"/>
              </a:spcAft>
            </a:pPr>
            <a:r>
              <a:rPr lang="en-US" altLang="en-US" sz="1200">
                <a:solidFill>
                  <a:srgbClr val="000000"/>
                </a:solidFill>
                <a:latin typeface="Calibri" panose="020F0502020204030204" pitchFamily="34" charset="0"/>
                <a:cs typeface="Calibri" panose="020F0502020204030204" pitchFamily="34" charset="0"/>
                <a:sym typeface="Calibri" panose="020F0502020204030204" pitchFamily="34" charset="0"/>
              </a:rPr>
              <a:t>Controllers:</a:t>
            </a:r>
          </a:p>
          <a:p>
            <a:pPr fontAlgn="base" hangingPunct="0">
              <a:spcBef>
                <a:spcPct val="0"/>
              </a:spcBef>
              <a:spcAft>
                <a:spcPct val="0"/>
              </a:spcAft>
              <a:buSzPct val="100000"/>
              <a:buFont typeface="Arial" panose="020B0604020202020204" pitchFamily="34" charset="0"/>
              <a:buChar char="•"/>
            </a:pPr>
            <a:r>
              <a:rPr lang="en-US" altLang="en-US" sz="1200">
                <a:solidFill>
                  <a:srgbClr val="000000"/>
                </a:solidFill>
                <a:latin typeface="Calibri" panose="020F0502020204030204" pitchFamily="34" charset="0"/>
                <a:cs typeface="Calibri" panose="020F0502020204030204" pitchFamily="34" charset="0"/>
                <a:sym typeface="Calibri" panose="020F0502020204030204" pitchFamily="34" charset="0"/>
              </a:rPr>
              <a:t>Longitudinal control</a:t>
            </a:r>
          </a:p>
          <a:p>
            <a:pPr fontAlgn="base" hangingPunct="0">
              <a:spcBef>
                <a:spcPct val="0"/>
              </a:spcBef>
              <a:spcAft>
                <a:spcPct val="0"/>
              </a:spcAft>
              <a:buSzPct val="100000"/>
              <a:buFont typeface="Arial" panose="020B0604020202020204" pitchFamily="34" charset="0"/>
              <a:buChar char="•"/>
            </a:pPr>
            <a:r>
              <a:rPr lang="en-US" altLang="en-US" sz="1200">
                <a:solidFill>
                  <a:srgbClr val="000000"/>
                </a:solidFill>
                <a:latin typeface="Calibri" panose="020F0502020204030204" pitchFamily="34" charset="0"/>
                <a:cs typeface="Calibri" panose="020F0502020204030204" pitchFamily="34" charset="0"/>
                <a:sym typeface="Calibri" panose="020F0502020204030204" pitchFamily="34" charset="0"/>
              </a:rPr>
              <a:t>Brake command</a:t>
            </a:r>
          </a:p>
          <a:p>
            <a:pPr fontAlgn="base" hangingPunct="0">
              <a:spcBef>
                <a:spcPct val="0"/>
              </a:spcBef>
              <a:spcAft>
                <a:spcPct val="0"/>
              </a:spcAft>
              <a:buSzPct val="100000"/>
              <a:buFont typeface="Arial" panose="020B0604020202020204" pitchFamily="34" charset="0"/>
              <a:buChar char="•"/>
            </a:pPr>
            <a:r>
              <a:rPr lang="en-US" altLang="en-US" sz="1200">
                <a:solidFill>
                  <a:srgbClr val="000000"/>
                </a:solidFill>
                <a:latin typeface="Calibri" panose="020F0502020204030204" pitchFamily="34" charset="0"/>
                <a:cs typeface="Calibri" panose="020F0502020204030204" pitchFamily="34" charset="0"/>
                <a:sym typeface="Calibri" panose="020F0502020204030204" pitchFamily="34" charset="0"/>
              </a:rPr>
              <a:t>Lateral control</a:t>
            </a:r>
          </a:p>
          <a:p>
            <a:pPr fontAlgn="base" hangingPunct="0">
              <a:spcBef>
                <a:spcPct val="0"/>
              </a:spcBef>
              <a:spcAft>
                <a:spcPct val="0"/>
              </a:spcAft>
              <a:buSzPct val="100000"/>
              <a:buFont typeface="Arial" panose="020B0604020202020204" pitchFamily="34" charset="0"/>
              <a:buChar char="•"/>
            </a:pPr>
            <a:r>
              <a:rPr lang="en-US" altLang="en-US" sz="1200">
                <a:solidFill>
                  <a:srgbClr val="000000"/>
                </a:solidFill>
                <a:latin typeface="Calibri" panose="020F0502020204030204" pitchFamily="34" charset="0"/>
                <a:cs typeface="Calibri" panose="020F0502020204030204" pitchFamily="34" charset="0"/>
                <a:sym typeface="Calibri" panose="020F0502020204030204" pitchFamily="34" charset="0"/>
              </a:rPr>
              <a:t>Steering angle control</a:t>
            </a:r>
          </a:p>
          <a:p>
            <a:pPr fontAlgn="base" hangingPunct="0">
              <a:spcBef>
                <a:spcPct val="0"/>
              </a:spcBef>
              <a:spcAft>
                <a:spcPct val="0"/>
              </a:spcAft>
              <a:buSzPct val="100000"/>
              <a:buFont typeface="Arial" panose="020B0604020202020204" pitchFamily="34" charset="0"/>
              <a:buChar char="•"/>
            </a:pPr>
            <a:r>
              <a:rPr lang="en-US" altLang="en-US" sz="1200">
                <a:solidFill>
                  <a:srgbClr val="000000"/>
                </a:solidFill>
                <a:latin typeface="Calibri" panose="020F0502020204030204" pitchFamily="34" charset="0"/>
                <a:cs typeface="Calibri" panose="020F0502020204030204" pitchFamily="34" charset="0"/>
                <a:sym typeface="Calibri" panose="020F0502020204030204" pitchFamily="34" charset="0"/>
              </a:rPr>
              <a:t>Throttle PID</a:t>
            </a:r>
          </a:p>
        </p:txBody>
      </p:sp>
      <p:sp>
        <p:nvSpPr>
          <p:cNvPr id="8218" name="Text Box 26" descr="TextBox 52">
            <a:extLst>
              <a:ext uri="{FF2B5EF4-FFF2-40B4-BE49-F238E27FC236}">
                <a16:creationId xmlns:a16="http://schemas.microsoft.com/office/drawing/2014/main" id="{7AFFDA9D-AD68-7D38-D928-BB8EB97FCE29}"/>
              </a:ext>
            </a:extLst>
          </p:cNvPr>
          <p:cNvSpPr txBox="1">
            <a:spLocks/>
          </p:cNvSpPr>
          <p:nvPr/>
        </p:nvSpPr>
        <p:spPr bwMode="auto">
          <a:xfrm>
            <a:off x="4396581" y="5241925"/>
            <a:ext cx="6072188"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fontAlgn="base" hangingPunct="0">
              <a:spcBef>
                <a:spcPct val="0"/>
              </a:spcBef>
              <a:spcAft>
                <a:spcPct val="0"/>
              </a:spcAft>
            </a:pPr>
            <a:r>
              <a:rPr lang="en-US" altLang="en-US" b="1">
                <a:solidFill>
                  <a:srgbClr val="000000"/>
                </a:solidFill>
                <a:latin typeface="Calibri" panose="020F0502020204030204" pitchFamily="34" charset="0"/>
                <a:cs typeface="Calibri" panose="020F0502020204030204" pitchFamily="34" charset="0"/>
                <a:sym typeface="Calibri" panose="020F0502020204030204" pitchFamily="34" charset="0"/>
              </a:rPr>
              <a:t>F. Safety &amp; Supervisory Layer </a:t>
            </a:r>
          </a:p>
        </p:txBody>
      </p:sp>
      <p:sp>
        <p:nvSpPr>
          <p:cNvPr id="8219" name="Text Box 27" descr="TextBox 54">
            <a:extLst>
              <a:ext uri="{FF2B5EF4-FFF2-40B4-BE49-F238E27FC236}">
                <a16:creationId xmlns:a16="http://schemas.microsoft.com/office/drawing/2014/main" id="{23B9866D-5438-0F70-CDF7-6582C5E37B67}"/>
              </a:ext>
            </a:extLst>
          </p:cNvPr>
          <p:cNvSpPr txBox="1">
            <a:spLocks/>
          </p:cNvSpPr>
          <p:nvPr/>
        </p:nvSpPr>
        <p:spPr bwMode="auto">
          <a:xfrm>
            <a:off x="4545807" y="5516564"/>
            <a:ext cx="4367213"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fontAlgn="base" hangingPunct="0">
              <a:spcBef>
                <a:spcPct val="0"/>
              </a:spcBef>
              <a:spcAft>
                <a:spcPct val="0"/>
              </a:spcAft>
              <a:buSzPct val="100000"/>
              <a:buFontTx/>
              <a:buChar char="•"/>
            </a:pPr>
            <a:r>
              <a:rPr lang="en-US" altLang="en-US" sz="1200">
                <a:solidFill>
                  <a:srgbClr val="000000"/>
                </a:solidFill>
                <a:latin typeface="Arial" panose="020B0604020202020204" pitchFamily="34" charset="0"/>
                <a:cs typeface="Arial" panose="020B0604020202020204" pitchFamily="34" charset="0"/>
                <a:sym typeface="Arial" panose="020B0604020202020204" pitchFamily="34" charset="0"/>
              </a:rPr>
              <a:t>Mode arbitration (Manual / Auto)</a:t>
            </a:r>
          </a:p>
          <a:p>
            <a:pPr fontAlgn="base" hangingPunct="0">
              <a:spcBef>
                <a:spcPct val="0"/>
              </a:spcBef>
              <a:spcAft>
                <a:spcPct val="0"/>
              </a:spcAft>
              <a:buSzPct val="100000"/>
              <a:buFontTx/>
              <a:buChar char="•"/>
            </a:pPr>
            <a:r>
              <a:rPr lang="en-US" altLang="en-US" sz="1200">
                <a:solidFill>
                  <a:srgbClr val="000000"/>
                </a:solidFill>
                <a:latin typeface="Arial" panose="020B0604020202020204" pitchFamily="34" charset="0"/>
                <a:cs typeface="Arial" panose="020B0604020202020204" pitchFamily="34" charset="0"/>
                <a:sym typeface="Arial" panose="020B0604020202020204" pitchFamily="34" charset="0"/>
              </a:rPr>
              <a:t>Heartbeat monitoring (SBC ↔ MCU)</a:t>
            </a:r>
          </a:p>
          <a:p>
            <a:pPr fontAlgn="base" hangingPunct="0">
              <a:spcBef>
                <a:spcPct val="0"/>
              </a:spcBef>
              <a:spcAft>
                <a:spcPct val="0"/>
              </a:spcAft>
              <a:buSzPct val="100000"/>
              <a:buFontTx/>
              <a:buChar char="•"/>
            </a:pPr>
            <a:r>
              <a:rPr lang="en-US" altLang="en-US" sz="1200">
                <a:solidFill>
                  <a:srgbClr val="000000"/>
                </a:solidFill>
                <a:latin typeface="Arial" panose="020B0604020202020204" pitchFamily="34" charset="0"/>
                <a:cs typeface="Arial" panose="020B0604020202020204" pitchFamily="34" charset="0"/>
                <a:sym typeface="Arial" panose="020B0604020202020204" pitchFamily="34" charset="0"/>
              </a:rPr>
              <a:t>Limit enforcement</a:t>
            </a:r>
          </a:p>
          <a:p>
            <a:pPr fontAlgn="base" hangingPunct="0">
              <a:spcBef>
                <a:spcPct val="0"/>
              </a:spcBef>
              <a:spcAft>
                <a:spcPct val="0"/>
              </a:spcAft>
              <a:buSzPct val="100000"/>
              <a:buFontTx/>
              <a:buChar char="•"/>
            </a:pPr>
            <a:r>
              <a:rPr lang="en-US" altLang="en-US" sz="1200">
                <a:solidFill>
                  <a:srgbClr val="000000"/>
                </a:solidFill>
                <a:latin typeface="Arial" panose="020B0604020202020204" pitchFamily="34" charset="0"/>
                <a:cs typeface="Arial" panose="020B0604020202020204" pitchFamily="34" charset="0"/>
                <a:sym typeface="Arial" panose="020B0604020202020204" pitchFamily="34" charset="0"/>
              </a:rPr>
              <a:t>Emergency stop logic</a:t>
            </a:r>
          </a:p>
          <a:p>
            <a:pPr fontAlgn="base" hangingPunct="0">
              <a:spcBef>
                <a:spcPct val="0"/>
              </a:spcBef>
              <a:spcAft>
                <a:spcPct val="0"/>
              </a:spcAft>
              <a:buSzPct val="100000"/>
              <a:buFontTx/>
              <a:buChar char="•"/>
            </a:pPr>
            <a:r>
              <a:rPr lang="en-US" altLang="en-US" sz="1200">
                <a:solidFill>
                  <a:srgbClr val="000000"/>
                </a:solidFill>
                <a:latin typeface="Arial" panose="020B0604020202020204" pitchFamily="34" charset="0"/>
                <a:cs typeface="Arial" panose="020B0604020202020204" pitchFamily="34" charset="0"/>
                <a:sym typeface="Arial" panose="020B0604020202020204" pitchFamily="34" charset="0"/>
              </a:rPr>
              <a:t>Fault handling</a:t>
            </a:r>
          </a:p>
        </p:txBody>
      </p:sp>
      <p:graphicFrame>
        <p:nvGraphicFramePr>
          <p:cNvPr id="8220" name="Group 28">
            <a:extLst>
              <a:ext uri="{FF2B5EF4-FFF2-40B4-BE49-F238E27FC236}">
                <a16:creationId xmlns:a16="http://schemas.microsoft.com/office/drawing/2014/main" id="{16C45B51-E13E-BA50-304F-640D65F21574}"/>
              </a:ext>
            </a:extLst>
          </p:cNvPr>
          <p:cNvGraphicFramePr>
            <a:graphicFrameLocks noGrp="1"/>
          </p:cNvGraphicFramePr>
          <p:nvPr>
            <p:extLst>
              <p:ext uri="{D42A27DB-BD31-4B8C-83A1-F6EECF244321}">
                <p14:modId xmlns:p14="http://schemas.microsoft.com/office/powerpoint/2010/main" val="412986940"/>
              </p:ext>
            </p:extLst>
          </p:nvPr>
        </p:nvGraphicFramePr>
        <p:xfrm>
          <a:off x="95250" y="4380557"/>
          <a:ext cx="4032250" cy="2011680"/>
        </p:xfrm>
        <a:graphic>
          <a:graphicData uri="http://schemas.openxmlformats.org/drawingml/2006/table">
            <a:tbl>
              <a:tblPr/>
              <a:tblGrid>
                <a:gridCol w="2016125">
                  <a:extLst>
                    <a:ext uri="{9D8B030D-6E8A-4147-A177-3AD203B41FA5}">
                      <a16:colId xmlns:a16="http://schemas.microsoft.com/office/drawing/2014/main" val="601788814"/>
                    </a:ext>
                  </a:extLst>
                </a:gridCol>
                <a:gridCol w="2016125">
                  <a:extLst>
                    <a:ext uri="{9D8B030D-6E8A-4147-A177-3AD203B41FA5}">
                      <a16:colId xmlns:a16="http://schemas.microsoft.com/office/drawing/2014/main" val="4279506702"/>
                    </a:ext>
                  </a:extLst>
                </a:gridCol>
              </a:tblGrid>
              <a:tr h="330200">
                <a:tc>
                  <a:txBody>
                    <a:bodyPr/>
                    <a:lstStyle>
                      <a:lvl1pPr>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82638" indent="-325438">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219200" indent="-304800">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7367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1939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6511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31083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5655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40227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914400" rtl="0" eaLnBrk="1"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a:ln>
                            <a:noFill/>
                          </a:ln>
                          <a:solidFill>
                            <a:srgbClr val="FFFFFF"/>
                          </a:solidFill>
                          <a:effectLst/>
                          <a:latin typeface="Calibri" panose="020F0502020204030204" pitchFamily="34" charset="0"/>
                          <a:cs typeface="Calibri" panose="020F0502020204030204" pitchFamily="34" charset="0"/>
                          <a:sym typeface="Calibri" panose="020F0502020204030204" pitchFamily="34" charset="0"/>
                        </a:rPr>
                        <a:t>Module</a:t>
                      </a:r>
                      <a:endParaRPr kumimoji="0" lang="en-US" altLang="en-US" sz="1800" b="0" i="0" u="none" strike="noStrike" cap="none" normalizeH="0" baseline="0">
                        <a:ln>
                          <a:noFill/>
                        </a:ln>
                        <a:solidFill>
                          <a:srgbClr val="000000"/>
                        </a:solidFill>
                        <a:effectLst/>
                        <a:latin typeface="+mn-lt" charset="0"/>
                        <a:cs typeface="Calibri" panose="020F0502020204030204" pitchFamily="34" charset="0"/>
                        <a:sym typeface="Arial" panose="020B0604020202020204" pitchFamily="34" charset="0"/>
                      </a:endParaRPr>
                    </a:p>
                  </a:txBody>
                  <a:tcPr marL="45720" marR="4572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lvl1pPr>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82638" indent="-325438">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219200" indent="-304800">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7367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1939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6511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31083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5655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40227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914400" rtl="0" eaLnBrk="1"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FFFFFF"/>
                          </a:solidFill>
                          <a:effectLst/>
                          <a:latin typeface="Calibri" panose="020F0502020204030204" pitchFamily="34" charset="0"/>
                          <a:cs typeface="Calibri" panose="020F0502020204030204" pitchFamily="34" charset="0"/>
                          <a:sym typeface="Calibri" panose="020F0502020204030204" pitchFamily="34" charset="0"/>
                        </a:rPr>
                        <a:t>Frequency</a:t>
                      </a:r>
                      <a:endParaRPr kumimoji="0" lang="en-US" altLang="en-US" sz="1800" b="0" i="0" u="none" strike="noStrike" cap="none" normalizeH="0" baseline="0" dirty="0">
                        <a:ln>
                          <a:noFill/>
                        </a:ln>
                        <a:solidFill>
                          <a:srgbClr val="000000"/>
                        </a:solidFill>
                        <a:effectLst/>
                        <a:latin typeface="+mn-lt" charset="0"/>
                        <a:cs typeface="Calibri" panose="020F0502020204030204" pitchFamily="34" charset="0"/>
                        <a:sym typeface="Arial" panose="020B0604020202020204" pitchFamily="34" charset="0"/>
                      </a:endParaRPr>
                    </a:p>
                  </a:txBody>
                  <a:tcPr marL="45720" marR="4572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249198139"/>
                  </a:ext>
                </a:extLst>
              </a:tr>
              <a:tr h="330200">
                <a:tc>
                  <a:txBody>
                    <a:bodyPr/>
                    <a:lstStyle>
                      <a:lvl1pPr>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82638" indent="-325438">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219200" indent="-304800">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7367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1939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6511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31083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5655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40227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914400" rtl="0" eaLnBrk="1"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rPr>
                        <a:t>Camera processing</a:t>
                      </a:r>
                      <a:endParaRPr kumimoji="0" lang="en-US" altLang="en-US" sz="1800" b="0" i="0" u="none" strike="noStrike" cap="none" normalizeH="0" baseline="0">
                        <a:ln>
                          <a:noFill/>
                        </a:ln>
                        <a:solidFill>
                          <a:srgbClr val="000000"/>
                        </a:solidFill>
                        <a:effectLst/>
                        <a:latin typeface="+mn-lt" charset="0"/>
                        <a:cs typeface="Calibri" panose="020F0502020204030204" pitchFamily="34" charset="0"/>
                        <a:sym typeface="Arial" panose="020B0604020202020204" pitchFamily="34" charset="0"/>
                      </a:endParaRPr>
                    </a:p>
                  </a:txBody>
                  <a:tcPr marL="45720" marR="4572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7E7"/>
                    </a:solidFill>
                  </a:tcPr>
                </a:tc>
                <a:tc>
                  <a:txBody>
                    <a:bodyPr/>
                    <a:lstStyle>
                      <a:lvl1pPr>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82638" indent="-325438">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219200" indent="-304800">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7367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1939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6511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31083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5655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40227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914400" rtl="0" eaLnBrk="1"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rPr>
                        <a:t>20–30 Hz</a:t>
                      </a:r>
                      <a:endParaRPr kumimoji="0" lang="en-US" altLang="en-US" sz="1800" b="0" i="0" u="none" strike="noStrike" cap="none" normalizeH="0" baseline="0">
                        <a:ln>
                          <a:noFill/>
                        </a:ln>
                        <a:solidFill>
                          <a:srgbClr val="000000"/>
                        </a:solidFill>
                        <a:effectLst/>
                        <a:latin typeface="+mn-lt" charset="0"/>
                        <a:cs typeface="Calibri" panose="020F0502020204030204" pitchFamily="34" charset="0"/>
                        <a:sym typeface="Arial" panose="020B0604020202020204" pitchFamily="34" charset="0"/>
                      </a:endParaRPr>
                    </a:p>
                  </a:txBody>
                  <a:tcPr marL="45720" marR="4572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7E7"/>
                    </a:solidFill>
                  </a:tcPr>
                </a:tc>
                <a:extLst>
                  <a:ext uri="{0D108BD9-81ED-4DB2-BD59-A6C34878D82A}">
                    <a16:rowId xmlns:a16="http://schemas.microsoft.com/office/drawing/2014/main" val="3364625660"/>
                  </a:ext>
                </a:extLst>
              </a:tr>
              <a:tr h="317500">
                <a:tc>
                  <a:txBody>
                    <a:bodyPr/>
                    <a:lstStyle>
                      <a:lvl1pPr>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82638" indent="-325438">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219200" indent="-304800">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7367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1939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6511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31083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5655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40227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914400" rtl="0" eaLnBrk="1"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rPr>
                        <a:t>Lane detection</a:t>
                      </a:r>
                      <a:endParaRPr kumimoji="0" lang="en-US" altLang="en-US" sz="1800" b="0" i="0" u="none" strike="noStrike" cap="none" normalizeH="0" baseline="0">
                        <a:ln>
                          <a:noFill/>
                        </a:ln>
                        <a:solidFill>
                          <a:srgbClr val="000000"/>
                        </a:solidFill>
                        <a:effectLst/>
                        <a:latin typeface="+mn-lt" charset="0"/>
                        <a:cs typeface="Calibri" panose="020F0502020204030204" pitchFamily="34" charset="0"/>
                        <a:sym typeface="Arial" panose="020B0604020202020204" pitchFamily="34" charset="0"/>
                      </a:endParaRPr>
                    </a:p>
                  </a:txBody>
                  <a:tcPr marL="45720" marR="4572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8ECF4"/>
                    </a:solidFill>
                  </a:tcPr>
                </a:tc>
                <a:tc>
                  <a:txBody>
                    <a:bodyPr/>
                    <a:lstStyle>
                      <a:lvl1pPr>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82638" indent="-325438">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219200" indent="-304800">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7367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1939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6511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31083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5655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40227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914400" rtl="0" eaLnBrk="1"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rPr>
                        <a:t>20 Hz</a:t>
                      </a:r>
                      <a:endParaRPr kumimoji="0" lang="en-US" altLang="en-US" sz="1800" b="0" i="0" u="none" strike="noStrike" cap="none" normalizeH="0" baseline="0">
                        <a:ln>
                          <a:noFill/>
                        </a:ln>
                        <a:solidFill>
                          <a:srgbClr val="000000"/>
                        </a:solidFill>
                        <a:effectLst/>
                        <a:latin typeface="+mn-lt" charset="0"/>
                        <a:cs typeface="Calibri" panose="020F0502020204030204" pitchFamily="34" charset="0"/>
                        <a:sym typeface="Arial" panose="020B0604020202020204" pitchFamily="34" charset="0"/>
                      </a:endParaRPr>
                    </a:p>
                  </a:txBody>
                  <a:tcPr marL="45720" marR="4572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8ECF4"/>
                    </a:solidFill>
                  </a:tcPr>
                </a:tc>
                <a:extLst>
                  <a:ext uri="{0D108BD9-81ED-4DB2-BD59-A6C34878D82A}">
                    <a16:rowId xmlns:a16="http://schemas.microsoft.com/office/drawing/2014/main" val="2936580841"/>
                  </a:ext>
                </a:extLst>
              </a:tr>
              <a:tr h="317500">
                <a:tc>
                  <a:txBody>
                    <a:bodyPr/>
                    <a:lstStyle>
                      <a:lvl1pPr>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82638" indent="-325438">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219200" indent="-304800">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7367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1939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6511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31083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5655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40227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914400" rtl="0" eaLnBrk="1"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rPr>
                        <a:t>Planner</a:t>
                      </a:r>
                      <a:endParaRPr kumimoji="0" lang="en-US" altLang="en-US" sz="1800" b="0" i="0" u="none" strike="noStrike" cap="none" normalizeH="0" baseline="0">
                        <a:ln>
                          <a:noFill/>
                        </a:ln>
                        <a:solidFill>
                          <a:srgbClr val="000000"/>
                        </a:solidFill>
                        <a:effectLst/>
                        <a:latin typeface="+mn-lt" charset="0"/>
                        <a:cs typeface="Calibri" panose="020F0502020204030204" pitchFamily="34" charset="0"/>
                        <a:sym typeface="Arial" panose="020B0604020202020204" pitchFamily="34" charset="0"/>
                      </a:endParaRPr>
                    </a:p>
                  </a:txBody>
                  <a:tcPr marL="45720" marR="4572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7E7"/>
                    </a:solidFill>
                  </a:tcPr>
                </a:tc>
                <a:tc>
                  <a:txBody>
                    <a:bodyPr/>
                    <a:lstStyle>
                      <a:lvl1pPr>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82638" indent="-325438">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219200" indent="-304800">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7367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1939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6511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31083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5655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40227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914400" rtl="0" eaLnBrk="1"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rPr>
                        <a:t>10–20 Hz</a:t>
                      </a:r>
                      <a:endParaRPr kumimoji="0" lang="en-US" altLang="en-US" sz="1800" b="0" i="0" u="none" strike="noStrike" cap="none" normalizeH="0" baseline="0">
                        <a:ln>
                          <a:noFill/>
                        </a:ln>
                        <a:solidFill>
                          <a:srgbClr val="000000"/>
                        </a:solidFill>
                        <a:effectLst/>
                        <a:latin typeface="+mn-lt" charset="0"/>
                        <a:cs typeface="Calibri" panose="020F0502020204030204" pitchFamily="34" charset="0"/>
                        <a:sym typeface="Arial" panose="020B0604020202020204" pitchFamily="34" charset="0"/>
                      </a:endParaRPr>
                    </a:p>
                  </a:txBody>
                  <a:tcPr marL="45720" marR="4572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7E7"/>
                    </a:solidFill>
                  </a:tcPr>
                </a:tc>
                <a:extLst>
                  <a:ext uri="{0D108BD9-81ED-4DB2-BD59-A6C34878D82A}">
                    <a16:rowId xmlns:a16="http://schemas.microsoft.com/office/drawing/2014/main" val="1136411526"/>
                  </a:ext>
                </a:extLst>
              </a:tr>
              <a:tr h="317500">
                <a:tc>
                  <a:txBody>
                    <a:bodyPr/>
                    <a:lstStyle>
                      <a:lvl1pPr>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82638" indent="-325438">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219200" indent="-304800">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7367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1939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6511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31083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5655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40227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914400" rtl="0" eaLnBrk="1"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rPr>
                        <a:t>Control commands</a:t>
                      </a:r>
                      <a:endParaRPr kumimoji="0" lang="en-US" altLang="en-US" sz="1800" b="0" i="0" u="none" strike="noStrike" cap="none" normalizeH="0" baseline="0">
                        <a:ln>
                          <a:noFill/>
                        </a:ln>
                        <a:solidFill>
                          <a:srgbClr val="000000"/>
                        </a:solidFill>
                        <a:effectLst/>
                        <a:latin typeface="+mn-lt" charset="0"/>
                        <a:cs typeface="Calibri" panose="020F0502020204030204" pitchFamily="34" charset="0"/>
                        <a:sym typeface="Arial" panose="020B0604020202020204" pitchFamily="34" charset="0"/>
                      </a:endParaRPr>
                    </a:p>
                  </a:txBody>
                  <a:tcPr marL="45720" marR="4572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8ECF4"/>
                    </a:solidFill>
                  </a:tcPr>
                </a:tc>
                <a:tc>
                  <a:txBody>
                    <a:bodyPr/>
                    <a:lstStyle>
                      <a:lvl1pPr>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82638" indent="-325438">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219200" indent="-304800">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7367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1939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6511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31083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5655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40227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914400" rtl="0" eaLnBrk="1"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rPr>
                        <a:t>50–100 Hz</a:t>
                      </a:r>
                      <a:endParaRPr kumimoji="0" lang="en-US" altLang="en-US" sz="1800" b="0" i="0" u="none" strike="noStrike" cap="none" normalizeH="0" baseline="0">
                        <a:ln>
                          <a:noFill/>
                        </a:ln>
                        <a:solidFill>
                          <a:srgbClr val="000000"/>
                        </a:solidFill>
                        <a:effectLst/>
                        <a:latin typeface="+mn-lt" charset="0"/>
                        <a:cs typeface="Calibri" panose="020F0502020204030204" pitchFamily="34" charset="0"/>
                        <a:sym typeface="Arial" panose="020B0604020202020204" pitchFamily="34" charset="0"/>
                      </a:endParaRPr>
                    </a:p>
                  </a:txBody>
                  <a:tcPr marL="45720" marR="4572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8ECF4"/>
                    </a:solidFill>
                  </a:tcPr>
                </a:tc>
                <a:extLst>
                  <a:ext uri="{0D108BD9-81ED-4DB2-BD59-A6C34878D82A}">
                    <a16:rowId xmlns:a16="http://schemas.microsoft.com/office/drawing/2014/main" val="2252203110"/>
                  </a:ext>
                </a:extLst>
              </a:tr>
              <a:tr h="317500">
                <a:tc>
                  <a:txBody>
                    <a:bodyPr/>
                    <a:lstStyle>
                      <a:lvl1pPr>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82638" indent="-325438">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219200" indent="-304800">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7367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1939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6511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31083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5655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40227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914400" rtl="0" eaLnBrk="1"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rPr>
                        <a:t>Safety watchdog</a:t>
                      </a:r>
                      <a:endParaRPr kumimoji="0" lang="en-US" altLang="en-US" sz="1800" b="0" i="0" u="none" strike="noStrike" cap="none" normalizeH="0" baseline="0">
                        <a:ln>
                          <a:noFill/>
                        </a:ln>
                        <a:solidFill>
                          <a:srgbClr val="000000"/>
                        </a:solidFill>
                        <a:effectLst/>
                        <a:latin typeface="+mn-lt" charset="0"/>
                        <a:cs typeface="Calibri" panose="020F0502020204030204" pitchFamily="34" charset="0"/>
                        <a:sym typeface="Arial" panose="020B0604020202020204" pitchFamily="34" charset="0"/>
                      </a:endParaRPr>
                    </a:p>
                  </a:txBody>
                  <a:tcPr marL="45720" marR="4572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7E7"/>
                    </a:solidFill>
                  </a:tcPr>
                </a:tc>
                <a:tc>
                  <a:txBody>
                    <a:bodyPr/>
                    <a:lstStyle>
                      <a:lvl1pPr>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82638" indent="-325438">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219200" indent="-304800">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7367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193925" indent="-365125">
                        <a:spcBef>
                          <a:spcPts val="700"/>
                        </a:spcBef>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6511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31083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5655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4022725" indent="-365125" fontAlgn="base" hangingPunct="0">
                        <a:spcBef>
                          <a:spcPts val="700"/>
                        </a:spcBef>
                        <a:spcAft>
                          <a:spcPct val="0"/>
                        </a:spcAft>
                        <a:buSzPct val="100000"/>
                        <a:buFont typeface="Arial" panose="020B0604020202020204" pitchFamily="34" charset="0"/>
                        <a:defRPr sz="28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914400" rtl="0" eaLnBrk="1"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rPr>
                        <a:t>Continuous</a:t>
                      </a:r>
                      <a:endParaRPr kumimoji="0" lang="en-US" altLang="en-US" sz="1800" b="0" i="0" u="none" strike="noStrike" cap="none" normalizeH="0" baseline="0" dirty="0">
                        <a:ln>
                          <a:noFill/>
                        </a:ln>
                        <a:solidFill>
                          <a:srgbClr val="000000"/>
                        </a:solidFill>
                        <a:effectLst/>
                        <a:latin typeface="+mn-lt" charset="0"/>
                        <a:cs typeface="Calibri" panose="020F0502020204030204" pitchFamily="34" charset="0"/>
                        <a:sym typeface="Arial" panose="020B0604020202020204" pitchFamily="34" charset="0"/>
                      </a:endParaRPr>
                    </a:p>
                  </a:txBody>
                  <a:tcPr marL="45720" marR="4572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FD7E7"/>
                    </a:solidFill>
                  </a:tcPr>
                </a:tc>
                <a:extLst>
                  <a:ext uri="{0D108BD9-81ED-4DB2-BD59-A6C34878D82A}">
                    <a16:rowId xmlns:a16="http://schemas.microsoft.com/office/drawing/2014/main" val="2482009659"/>
                  </a:ext>
                </a:extLst>
              </a:tr>
            </a:tbl>
          </a:graphicData>
        </a:graphic>
      </p:graphicFrame>
      <p:sp>
        <p:nvSpPr>
          <p:cNvPr id="8265" name="Text Box 73" descr="TextBox 58">
            <a:extLst>
              <a:ext uri="{FF2B5EF4-FFF2-40B4-BE49-F238E27FC236}">
                <a16:creationId xmlns:a16="http://schemas.microsoft.com/office/drawing/2014/main" id="{D2E9FA52-F474-9CCB-06BD-9512C4FABA00}"/>
              </a:ext>
            </a:extLst>
          </p:cNvPr>
          <p:cNvSpPr txBox="1">
            <a:spLocks/>
          </p:cNvSpPr>
          <p:nvPr/>
        </p:nvSpPr>
        <p:spPr bwMode="auto">
          <a:xfrm>
            <a:off x="75406" y="3923764"/>
            <a:ext cx="4071938" cy="369332"/>
          </a:xfrm>
          <a:prstGeom prst="rect">
            <a:avLst/>
          </a:prstGeom>
          <a:solidFill>
            <a:schemeClr val="accent1"/>
          </a:solidFill>
          <a:ln w="25400" cap="flat" cmpd="sng">
            <a:solidFill>
              <a:srgbClr val="3A5E8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45720" rIns="45720">
            <a:spAutoFit/>
          </a:bodyPr>
          <a:lstStyle/>
          <a:p>
            <a:pPr algn="ctr" fontAlgn="base" hangingPunct="0">
              <a:spcBef>
                <a:spcPct val="0"/>
              </a:spcBef>
              <a:spcAft>
                <a:spcPct val="0"/>
              </a:spcAft>
            </a:pPr>
            <a:r>
              <a:rPr lang="en-US" altLang="en-US">
                <a:solidFill>
                  <a:srgbClr val="FFFFFF"/>
                </a:solidFill>
                <a:latin typeface="Calibri" panose="020F0502020204030204" pitchFamily="34" charset="0"/>
                <a:cs typeface="Calibri" panose="020F0502020204030204" pitchFamily="34" charset="0"/>
                <a:sym typeface="Calibri" panose="020F0502020204030204" pitchFamily="34" charset="0"/>
              </a:rPr>
              <a:t>Timing &amp; Frequencies</a:t>
            </a:r>
          </a:p>
        </p:txBody>
      </p:sp>
      <p:sp>
        <p:nvSpPr>
          <p:cNvPr id="8266" name="Rectangle 74" descr="Rectangle 59">
            <a:extLst>
              <a:ext uri="{FF2B5EF4-FFF2-40B4-BE49-F238E27FC236}">
                <a16:creationId xmlns:a16="http://schemas.microsoft.com/office/drawing/2014/main" id="{A6BEC98F-E59F-4B6B-C904-6B157F2DA822}"/>
              </a:ext>
            </a:extLst>
          </p:cNvPr>
          <p:cNvSpPr>
            <a:spLocks/>
          </p:cNvSpPr>
          <p:nvPr/>
        </p:nvSpPr>
        <p:spPr bwMode="auto">
          <a:xfrm>
            <a:off x="7808119" y="1046164"/>
            <a:ext cx="4341812" cy="5473700"/>
          </a:xfrm>
          <a:prstGeom prst="rect">
            <a:avLst/>
          </a:prstGeom>
          <a:noFill/>
          <a:ln w="25400" cap="flat" cmpd="sng">
            <a:solidFill>
              <a:srgbClr val="3A5E8A"/>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nchor="ctr"/>
          <a:lstStyle/>
          <a:p>
            <a:pPr algn="ctr" fontAlgn="base" hangingPunct="0">
              <a:spcBef>
                <a:spcPct val="0"/>
              </a:spcBef>
              <a:spcAft>
                <a:spcPct val="0"/>
              </a:spcAft>
            </a:pPr>
            <a:endParaRPr lang="en-US" altLang="en-US">
              <a:solidFill>
                <a:srgbClr val="FFFFFF"/>
              </a:solidFill>
              <a:latin typeface="Calibri" panose="020F0502020204030204" pitchFamily="34" charset="0"/>
              <a:cs typeface="Calibri" panose="020F0502020204030204" pitchFamily="34" charset="0"/>
              <a:sym typeface="Calibri" panose="020F0502020204030204" pitchFamily="34" charset="0"/>
            </a:endParaRPr>
          </a:p>
        </p:txBody>
      </p:sp>
      <p:sp>
        <p:nvSpPr>
          <p:cNvPr id="8267" name="Rectangle 75" descr="Rectangle 60">
            <a:extLst>
              <a:ext uri="{FF2B5EF4-FFF2-40B4-BE49-F238E27FC236}">
                <a16:creationId xmlns:a16="http://schemas.microsoft.com/office/drawing/2014/main" id="{22287F83-1382-E53F-2F41-5D47ADC5CB4C}"/>
              </a:ext>
            </a:extLst>
          </p:cNvPr>
          <p:cNvSpPr>
            <a:spLocks/>
          </p:cNvSpPr>
          <p:nvPr/>
        </p:nvSpPr>
        <p:spPr bwMode="auto">
          <a:xfrm>
            <a:off x="50005" y="1092200"/>
            <a:ext cx="4103689" cy="2831564"/>
          </a:xfrm>
          <a:prstGeom prst="rect">
            <a:avLst/>
          </a:prstGeom>
          <a:noFill/>
          <a:ln w="25400" cap="flat" cmpd="sng">
            <a:solidFill>
              <a:srgbClr val="3A5E8A"/>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nchor="ctr"/>
          <a:lstStyle/>
          <a:p>
            <a:pPr algn="ctr" fontAlgn="base" hangingPunct="0">
              <a:spcBef>
                <a:spcPct val="0"/>
              </a:spcBef>
              <a:spcAft>
                <a:spcPct val="0"/>
              </a:spcAft>
            </a:pPr>
            <a:endParaRPr lang="en-US" altLang="en-US">
              <a:solidFill>
                <a:srgbClr val="FFFFFF"/>
              </a:solidFill>
              <a:latin typeface="Calibri" panose="020F0502020204030204" pitchFamily="34" charset="0"/>
              <a:cs typeface="Calibri" panose="020F0502020204030204" pitchFamily="34" charset="0"/>
              <a:sym typeface="Calibri" panose="020F0502020204030204" pitchFamily="34" charset="0"/>
            </a:endParaRPr>
          </a:p>
        </p:txBody>
      </p:sp>
      <p:sp>
        <p:nvSpPr>
          <p:cNvPr id="8268" name="Rectangle 76" descr="Rectangle 61">
            <a:extLst>
              <a:ext uri="{FF2B5EF4-FFF2-40B4-BE49-F238E27FC236}">
                <a16:creationId xmlns:a16="http://schemas.microsoft.com/office/drawing/2014/main" id="{8CA50C36-3759-75B4-F77D-8553E76874F3}"/>
              </a:ext>
            </a:extLst>
          </p:cNvPr>
          <p:cNvSpPr>
            <a:spLocks/>
          </p:cNvSpPr>
          <p:nvPr/>
        </p:nvSpPr>
        <p:spPr bwMode="auto">
          <a:xfrm>
            <a:off x="4153695" y="3871914"/>
            <a:ext cx="3652835" cy="2647950"/>
          </a:xfrm>
          <a:prstGeom prst="rect">
            <a:avLst/>
          </a:prstGeom>
          <a:noFill/>
          <a:ln w="25400" cap="flat" cmpd="sng">
            <a:solidFill>
              <a:srgbClr val="3A5E8A"/>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nchor="ctr"/>
          <a:lstStyle/>
          <a:p>
            <a:pPr algn="ctr" fontAlgn="base" hangingPunct="0">
              <a:spcBef>
                <a:spcPct val="0"/>
              </a:spcBef>
              <a:spcAft>
                <a:spcPct val="0"/>
              </a:spcAft>
            </a:pPr>
            <a:endParaRPr lang="en-US" altLang="en-US">
              <a:solidFill>
                <a:srgbClr val="FFFFFF"/>
              </a:solidFill>
              <a:latin typeface="Calibri" panose="020F0502020204030204" pitchFamily="34" charset="0"/>
              <a:cs typeface="Calibri" panose="020F0502020204030204" pitchFamily="34" charset="0"/>
              <a:sym typeface="Calibri" panose="020F0502020204030204" pitchFamily="34" charset="0"/>
            </a:endParaRPr>
          </a:p>
        </p:txBody>
      </p:sp>
      <p:sp>
        <p:nvSpPr>
          <p:cNvPr id="2" name="AutoShape 9" descr="Arrow: Down 16">
            <a:extLst>
              <a:ext uri="{FF2B5EF4-FFF2-40B4-BE49-F238E27FC236}">
                <a16:creationId xmlns:a16="http://schemas.microsoft.com/office/drawing/2014/main" id="{DC50A80A-6045-3901-5828-7D6C82FD7519}"/>
              </a:ext>
            </a:extLst>
          </p:cNvPr>
          <p:cNvSpPr>
            <a:spLocks/>
          </p:cNvSpPr>
          <p:nvPr/>
        </p:nvSpPr>
        <p:spPr bwMode="auto">
          <a:xfrm>
            <a:off x="5879182" y="2291540"/>
            <a:ext cx="215900" cy="2698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12960"/>
                </a:moveTo>
                <a:lnTo>
                  <a:pt x="5400" y="12960"/>
                </a:lnTo>
                <a:lnTo>
                  <a:pt x="5400" y="0"/>
                </a:lnTo>
                <a:lnTo>
                  <a:pt x="16200" y="0"/>
                </a:lnTo>
                <a:lnTo>
                  <a:pt x="16200" y="12960"/>
                </a:lnTo>
                <a:lnTo>
                  <a:pt x="21600" y="12960"/>
                </a:lnTo>
                <a:lnTo>
                  <a:pt x="10800" y="21600"/>
                </a:lnTo>
                <a:close/>
              </a:path>
            </a:pathLst>
          </a:custGeom>
          <a:solidFill>
            <a:schemeClr val="accent1"/>
          </a:solidFill>
          <a:ln w="25400" cap="flat" cmpd="sng">
            <a:solidFill>
              <a:srgbClr val="3A5E8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nchor="ctr"/>
          <a:lstStyle/>
          <a:p>
            <a:pPr algn="ctr" fontAlgn="base" hangingPunct="0">
              <a:spcBef>
                <a:spcPct val="0"/>
              </a:spcBef>
              <a:spcAft>
                <a:spcPct val="0"/>
              </a:spcAft>
            </a:pPr>
            <a:endParaRPr lang="en-US" altLang="en-US">
              <a:solidFill>
                <a:srgbClr val="FFFFFF"/>
              </a:solidFill>
              <a:latin typeface="Calibri" panose="020F0502020204030204" pitchFamily="34" charset="0"/>
              <a:cs typeface="Calibri" panose="020F0502020204030204" pitchFamily="34" charset="0"/>
              <a:sym typeface="Calibri" panose="020F0502020204030204" pitchFamily="34" charset="0"/>
            </a:endParaRPr>
          </a:p>
        </p:txBody>
      </p:sp>
      <p:sp>
        <p:nvSpPr>
          <p:cNvPr id="3" name="AutoShape 9" descr="Arrow: Down 16">
            <a:extLst>
              <a:ext uri="{FF2B5EF4-FFF2-40B4-BE49-F238E27FC236}">
                <a16:creationId xmlns:a16="http://schemas.microsoft.com/office/drawing/2014/main" id="{4E8F6EA5-1FC1-95AD-DE6D-E216EB3B076D}"/>
              </a:ext>
            </a:extLst>
          </p:cNvPr>
          <p:cNvSpPr>
            <a:spLocks/>
          </p:cNvSpPr>
          <p:nvPr/>
        </p:nvSpPr>
        <p:spPr bwMode="auto">
          <a:xfrm>
            <a:off x="5902764" y="1751512"/>
            <a:ext cx="215900" cy="2698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12960"/>
                </a:moveTo>
                <a:lnTo>
                  <a:pt x="5400" y="12960"/>
                </a:lnTo>
                <a:lnTo>
                  <a:pt x="5400" y="0"/>
                </a:lnTo>
                <a:lnTo>
                  <a:pt x="16200" y="0"/>
                </a:lnTo>
                <a:lnTo>
                  <a:pt x="16200" y="12960"/>
                </a:lnTo>
                <a:lnTo>
                  <a:pt x="21600" y="12960"/>
                </a:lnTo>
                <a:lnTo>
                  <a:pt x="10800" y="21600"/>
                </a:lnTo>
                <a:close/>
              </a:path>
            </a:pathLst>
          </a:custGeom>
          <a:solidFill>
            <a:schemeClr val="accent1"/>
          </a:solidFill>
          <a:ln w="25400" cap="flat" cmpd="sng">
            <a:solidFill>
              <a:srgbClr val="3A5E8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nchor="ctr"/>
          <a:lstStyle/>
          <a:p>
            <a:pPr algn="ctr" fontAlgn="base" hangingPunct="0">
              <a:spcBef>
                <a:spcPct val="0"/>
              </a:spcBef>
              <a:spcAft>
                <a:spcPct val="0"/>
              </a:spcAft>
            </a:pPr>
            <a:endParaRPr lang="en-US" altLang="en-US">
              <a:solidFill>
                <a:srgbClr val="FFFFFF"/>
              </a:solidFill>
              <a:latin typeface="Calibri" panose="020F0502020204030204" pitchFamily="34" charset="0"/>
              <a:cs typeface="Calibri" panose="020F0502020204030204" pitchFamily="34" charset="0"/>
              <a:sym typeface="Calibri" panose="020F0502020204030204" pitchFamily="34" charset="0"/>
            </a:endParaRPr>
          </a:p>
        </p:txBody>
      </p:sp>
      <p:sp>
        <p:nvSpPr>
          <p:cNvPr id="4" name="AutoShape 10" descr="Arrow: Down 17">
            <a:extLst>
              <a:ext uri="{FF2B5EF4-FFF2-40B4-BE49-F238E27FC236}">
                <a16:creationId xmlns:a16="http://schemas.microsoft.com/office/drawing/2014/main" id="{DB9F4E97-997A-B97C-A72E-F1F0138365BC}"/>
              </a:ext>
            </a:extLst>
          </p:cNvPr>
          <p:cNvSpPr>
            <a:spLocks/>
          </p:cNvSpPr>
          <p:nvPr/>
        </p:nvSpPr>
        <p:spPr bwMode="auto">
          <a:xfrm>
            <a:off x="5879182" y="3315477"/>
            <a:ext cx="215900" cy="2698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12960"/>
                </a:moveTo>
                <a:lnTo>
                  <a:pt x="5400" y="12960"/>
                </a:lnTo>
                <a:lnTo>
                  <a:pt x="5400" y="0"/>
                </a:lnTo>
                <a:lnTo>
                  <a:pt x="16200" y="0"/>
                </a:lnTo>
                <a:lnTo>
                  <a:pt x="16200" y="12960"/>
                </a:lnTo>
                <a:lnTo>
                  <a:pt x="21600" y="12960"/>
                </a:lnTo>
                <a:lnTo>
                  <a:pt x="10800" y="21600"/>
                </a:lnTo>
                <a:close/>
              </a:path>
            </a:pathLst>
          </a:custGeom>
          <a:solidFill>
            <a:schemeClr val="accent1"/>
          </a:solidFill>
          <a:ln w="25400" cap="flat" cmpd="sng">
            <a:solidFill>
              <a:srgbClr val="3A5E8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nchor="ctr"/>
          <a:lstStyle/>
          <a:p>
            <a:pPr algn="ctr" fontAlgn="base" hangingPunct="0">
              <a:spcBef>
                <a:spcPct val="0"/>
              </a:spcBef>
              <a:spcAft>
                <a:spcPct val="0"/>
              </a:spcAft>
            </a:pPr>
            <a:endParaRPr lang="en-US" altLang="en-US">
              <a:solidFill>
                <a:srgbClr val="FFFFFF"/>
              </a:solidFill>
              <a:latin typeface="Calibri" panose="020F0502020204030204" pitchFamily="34" charset="0"/>
              <a:cs typeface="Calibri" panose="020F0502020204030204" pitchFamily="34" charset="0"/>
              <a:sym typeface="Calibri" panose="020F0502020204030204" pitchFamily="34" charset="0"/>
            </a:endParaRPr>
          </a:p>
        </p:txBody>
      </p:sp>
      <p:sp>
        <p:nvSpPr>
          <p:cNvPr id="8197" name="Text Box 5" descr="TextBox 8">
            <a:extLst>
              <a:ext uri="{FF2B5EF4-FFF2-40B4-BE49-F238E27FC236}">
                <a16:creationId xmlns:a16="http://schemas.microsoft.com/office/drawing/2014/main" id="{732B7AAB-2BA2-36EE-8FC7-FD63E1285FAA}"/>
              </a:ext>
            </a:extLst>
          </p:cNvPr>
          <p:cNvSpPr txBox="1">
            <a:spLocks/>
          </p:cNvSpPr>
          <p:nvPr/>
        </p:nvSpPr>
        <p:spPr bwMode="auto">
          <a:xfrm>
            <a:off x="47626" y="435740"/>
            <a:ext cx="12102305" cy="646331"/>
          </a:xfrm>
          <a:prstGeom prst="rect">
            <a:avLst/>
          </a:prstGeom>
          <a:gradFill rotWithShape="0">
            <a:gsLst>
              <a:gs pos="0">
                <a:srgbClr val="34B3D5"/>
              </a:gs>
              <a:gs pos="20001">
                <a:srgbClr val="37B1D1"/>
              </a:gs>
              <a:gs pos="100000">
                <a:srgbClr val="2A869F"/>
              </a:gs>
            </a:gsLst>
            <a:lin ang="5400000"/>
          </a:gradFill>
          <a:ln w="9525" cap="flat" cmpd="sng">
            <a:solidFill>
              <a:srgbClr val="46AAC4"/>
            </a:solidFill>
            <a:prstDash val="solid"/>
            <a:round/>
            <a:headEnd type="none" w="med" len="med"/>
            <a:tailEnd type="none" w="med" len="med"/>
          </a:ln>
          <a:effectLst>
            <a:outerShdw blurRad="38100" dist="23000" dir="5400000" algn="ctr" rotWithShape="0">
              <a:srgbClr val="000000">
                <a:alpha val="34999"/>
              </a:srgbClr>
            </a:outerShdw>
          </a:effectLst>
        </p:spPr>
        <p:txBody>
          <a:bodyPr wrap="square" lIns="45720" rIns="45720">
            <a:spAutoFit/>
          </a:bodyPr>
          <a:lstStyle/>
          <a:p>
            <a:pPr fontAlgn="base" hangingPunct="0">
              <a:spcBef>
                <a:spcPct val="0"/>
              </a:spcBef>
              <a:spcAft>
                <a:spcPct val="0"/>
              </a:spcAft>
            </a:pPr>
            <a:r>
              <a:rPr lang="en-US" altLang="en-US" dirty="0">
                <a:solidFill>
                  <a:srgbClr val="FFFFFF"/>
                </a:solidFill>
                <a:latin typeface="Calibri" panose="020F0502020204030204" pitchFamily="34" charset="0"/>
                <a:cs typeface="Calibri" panose="020F0502020204030204" pitchFamily="34" charset="0"/>
                <a:sym typeface="Calibri" panose="020F0502020204030204" pitchFamily="34" charset="0"/>
              </a:rPr>
              <a:t>The software architecture follows a layered and distributed approach, where high-level autonomy runs on a computing platform while all safety-critical control and arbitration are handled by a dedicated supervisory controller.</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7AAF162-911D-E6FD-4182-382BCA5675DA}"/>
              </a:ext>
            </a:extLst>
          </p:cNvPr>
          <p:cNvSpPr txBox="1"/>
          <p:nvPr/>
        </p:nvSpPr>
        <p:spPr>
          <a:xfrm>
            <a:off x="12034" y="0"/>
            <a:ext cx="1219010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AUTONOMOUS EMERGENCY BRAKING (AEB) &amp; LANE KEEP ASSIST (LKA)</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TextBox 4">
            <a:extLst>
              <a:ext uri="{FF2B5EF4-FFF2-40B4-BE49-F238E27FC236}">
                <a16:creationId xmlns:a16="http://schemas.microsoft.com/office/drawing/2014/main" id="{03C1AFED-CF61-4F22-84BB-7DC43D838B33}"/>
              </a:ext>
            </a:extLst>
          </p:cNvPr>
          <p:cNvSpPr txBox="1"/>
          <p:nvPr/>
        </p:nvSpPr>
        <p:spPr>
          <a:xfrm>
            <a:off x="257217" y="773996"/>
            <a:ext cx="3358903" cy="206210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Autonomous Emergency Braking is implemented using LiDAR-based distance estimation and TTC calculation, where the system conservatively overrides propulsion and applies maximum safe braking whenever collision risk exceeds defined thresholds.</a:t>
            </a:r>
          </a:p>
        </p:txBody>
      </p:sp>
      <p:sp>
        <p:nvSpPr>
          <p:cNvPr id="7" name="TextBox 6">
            <a:extLst>
              <a:ext uri="{FF2B5EF4-FFF2-40B4-BE49-F238E27FC236}">
                <a16:creationId xmlns:a16="http://schemas.microsoft.com/office/drawing/2014/main" id="{C3E6294C-FC6E-4AE6-B26E-CF44E92DBF6D}"/>
              </a:ext>
            </a:extLst>
          </p:cNvPr>
          <p:cNvSpPr txBox="1"/>
          <p:nvPr/>
        </p:nvSpPr>
        <p:spPr>
          <a:xfrm>
            <a:off x="15463" y="429803"/>
            <a:ext cx="8111429" cy="369332"/>
          </a:xfrm>
          <a:prstGeom prst="rect">
            <a:avLst/>
          </a:prstGeom>
          <a:solidFill>
            <a:schemeClr val="accent1"/>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AUTONOMOUS EMERGENCY BRAKING (AEB)</a:t>
            </a:r>
          </a:p>
        </p:txBody>
      </p:sp>
      <p:sp>
        <p:nvSpPr>
          <p:cNvPr id="9" name="TextBox 8">
            <a:extLst>
              <a:ext uri="{FF2B5EF4-FFF2-40B4-BE49-F238E27FC236}">
                <a16:creationId xmlns:a16="http://schemas.microsoft.com/office/drawing/2014/main" id="{DE47AC86-374E-4D0E-95D5-1E9C2904FA59}"/>
              </a:ext>
            </a:extLst>
          </p:cNvPr>
          <p:cNvSpPr txBox="1"/>
          <p:nvPr/>
        </p:nvSpPr>
        <p:spPr>
          <a:xfrm>
            <a:off x="12034" y="3098656"/>
            <a:ext cx="4236439" cy="369332"/>
          </a:xfrm>
          <a:prstGeom prst="rect">
            <a:avLst/>
          </a:prstGeom>
          <a:solidFill>
            <a:schemeClr val="accent1"/>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a:ea typeface="+mn-ea"/>
                <a:cs typeface="+mn-cs"/>
              </a:rPr>
              <a:t>Sensor roles</a:t>
            </a:r>
          </a:p>
        </p:txBody>
      </p:sp>
      <p:graphicFrame>
        <p:nvGraphicFramePr>
          <p:cNvPr id="10" name="Table 10">
            <a:extLst>
              <a:ext uri="{FF2B5EF4-FFF2-40B4-BE49-F238E27FC236}">
                <a16:creationId xmlns:a16="http://schemas.microsoft.com/office/drawing/2014/main" id="{4C26414D-F964-425C-BBBD-3A4E22F21ABB}"/>
              </a:ext>
            </a:extLst>
          </p:cNvPr>
          <p:cNvGraphicFramePr>
            <a:graphicFrameLocks noGrp="1"/>
          </p:cNvGraphicFramePr>
          <p:nvPr>
            <p:extLst>
              <p:ext uri="{D42A27DB-BD31-4B8C-83A1-F6EECF244321}">
                <p14:modId xmlns:p14="http://schemas.microsoft.com/office/powerpoint/2010/main" val="2309606125"/>
              </p:ext>
            </p:extLst>
          </p:nvPr>
        </p:nvGraphicFramePr>
        <p:xfrm>
          <a:off x="98029" y="3480687"/>
          <a:ext cx="4032448" cy="1407160"/>
        </p:xfrm>
        <a:graphic>
          <a:graphicData uri="http://schemas.openxmlformats.org/drawingml/2006/table">
            <a:tbl>
              <a:tblPr firstRow="1" bandRow="1">
                <a:tableStyleId>{5C22544A-7EE6-4342-B048-85BDC9FD1C3A}</a:tableStyleId>
              </a:tblPr>
              <a:tblGrid>
                <a:gridCol w="1944654">
                  <a:extLst>
                    <a:ext uri="{9D8B030D-6E8A-4147-A177-3AD203B41FA5}">
                      <a16:colId xmlns:a16="http://schemas.microsoft.com/office/drawing/2014/main" val="849187233"/>
                    </a:ext>
                  </a:extLst>
                </a:gridCol>
                <a:gridCol w="2087794">
                  <a:extLst>
                    <a:ext uri="{9D8B030D-6E8A-4147-A177-3AD203B41FA5}">
                      <a16:colId xmlns:a16="http://schemas.microsoft.com/office/drawing/2014/main" val="250119893"/>
                    </a:ext>
                  </a:extLst>
                </a:gridCol>
              </a:tblGrid>
              <a:tr h="370840">
                <a:tc>
                  <a:txBody>
                    <a:bodyPr/>
                    <a:lstStyle/>
                    <a:p>
                      <a:pPr algn="ctr"/>
                      <a:r>
                        <a:rPr lang="en-US" sz="1400" dirty="0"/>
                        <a:t>Sensor</a:t>
                      </a:r>
                    </a:p>
                  </a:txBody>
                  <a:tcPr anchor="ctr"/>
                </a:tc>
                <a:tc>
                  <a:txBody>
                    <a:bodyPr/>
                    <a:lstStyle/>
                    <a:p>
                      <a:pPr algn="ctr"/>
                      <a:r>
                        <a:rPr lang="en-US" sz="1400" dirty="0"/>
                        <a:t>Role in AEB</a:t>
                      </a:r>
                    </a:p>
                  </a:txBody>
                  <a:tcPr anchor="ctr"/>
                </a:tc>
                <a:extLst>
                  <a:ext uri="{0D108BD9-81ED-4DB2-BD59-A6C34878D82A}">
                    <a16:rowId xmlns:a16="http://schemas.microsoft.com/office/drawing/2014/main" val="3160270432"/>
                  </a:ext>
                </a:extLst>
              </a:tr>
              <a:tr h="370840">
                <a:tc>
                  <a:txBody>
                    <a:bodyPr/>
                    <a:lstStyle/>
                    <a:p>
                      <a:pPr algn="ctr"/>
                      <a:r>
                        <a:rPr lang="en-US" sz="1400" dirty="0"/>
                        <a:t>Camera</a:t>
                      </a:r>
                    </a:p>
                  </a:txBody>
                  <a:tcPr anchor="ctr"/>
                </a:tc>
                <a:tc>
                  <a:txBody>
                    <a:bodyPr/>
                    <a:lstStyle/>
                    <a:p>
                      <a:pPr algn="ctr"/>
                      <a:r>
                        <a:rPr lang="en-US" sz="1400" dirty="0"/>
                        <a:t>Obstacle classification &amp; lane context</a:t>
                      </a:r>
                    </a:p>
                  </a:txBody>
                  <a:tcPr anchor="ctr"/>
                </a:tc>
                <a:extLst>
                  <a:ext uri="{0D108BD9-81ED-4DB2-BD59-A6C34878D82A}">
                    <a16:rowId xmlns:a16="http://schemas.microsoft.com/office/drawing/2014/main" val="1470333474"/>
                  </a:ext>
                </a:extLst>
              </a:tr>
              <a:tr h="370840">
                <a:tc>
                  <a:txBody>
                    <a:bodyPr/>
                    <a:lstStyle/>
                    <a:p>
                      <a:pPr algn="ctr"/>
                      <a:r>
                        <a:rPr lang="en-US" sz="1400" dirty="0"/>
                        <a:t>LiDAR</a:t>
                      </a:r>
                    </a:p>
                  </a:txBody>
                  <a:tcPr anchor="ctr"/>
                </a:tc>
                <a:tc>
                  <a:txBody>
                    <a:bodyPr/>
                    <a:lstStyle/>
                    <a:p>
                      <a:pPr algn="ctr"/>
                      <a:r>
                        <a:rPr lang="en-US" sz="1400" dirty="0"/>
                        <a:t>Accurate distance &amp; TTC calculation</a:t>
                      </a:r>
                    </a:p>
                  </a:txBody>
                  <a:tcPr anchor="ctr"/>
                </a:tc>
                <a:extLst>
                  <a:ext uri="{0D108BD9-81ED-4DB2-BD59-A6C34878D82A}">
                    <a16:rowId xmlns:a16="http://schemas.microsoft.com/office/drawing/2014/main" val="492233179"/>
                  </a:ext>
                </a:extLst>
              </a:tr>
            </a:tbl>
          </a:graphicData>
        </a:graphic>
      </p:graphicFrame>
      <p:sp>
        <p:nvSpPr>
          <p:cNvPr id="13" name="TextBox 12">
            <a:extLst>
              <a:ext uri="{FF2B5EF4-FFF2-40B4-BE49-F238E27FC236}">
                <a16:creationId xmlns:a16="http://schemas.microsoft.com/office/drawing/2014/main" id="{0358E33C-F70C-458F-A629-26DFE14225C7}"/>
              </a:ext>
            </a:extLst>
          </p:cNvPr>
          <p:cNvSpPr txBox="1"/>
          <p:nvPr/>
        </p:nvSpPr>
        <p:spPr>
          <a:xfrm>
            <a:off x="434885" y="5053586"/>
            <a:ext cx="3636293" cy="15696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Time-To-Collision (TTC)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TTC=</a:t>
            </a:r>
            <a:r>
              <a:rPr kumimoji="0" lang="en-US" sz="1600" b="0" i="0" u="none" strike="noStrike" kern="1200" cap="none" spc="0" normalizeH="0" baseline="0" noProof="0" dirty="0" err="1">
                <a:ln>
                  <a:noFill/>
                </a:ln>
                <a:solidFill>
                  <a:prstClr val="black"/>
                </a:solidFill>
                <a:effectLst/>
                <a:uLnTx/>
                <a:uFillTx/>
                <a:latin typeface="Calibri"/>
                <a:ea typeface="+mn-ea"/>
                <a:cs typeface="+mn-cs"/>
              </a:rPr>
              <a:t>vd</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1600" b="0" i="0" u="none" strike="noStrike" kern="1200" cap="none" spc="0" normalizeH="0" baseline="0" noProof="0" dirty="0">
                <a:ln>
                  <a:noFill/>
                </a:ln>
                <a:solidFill>
                  <a:prstClr val="black"/>
                </a:solidFill>
                <a:effectLst/>
                <a:uLnTx/>
                <a:uFillTx/>
                <a:latin typeface="Calibri"/>
                <a:ea typeface="+mn-ea"/>
                <a:cs typeface="+mn-cs"/>
              </a:rPr>
              <a:t>d = distance to obstacle (LiDAR)</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1600" b="0" i="0" u="none" strike="noStrike" kern="1200" cap="none" spc="0" normalizeH="0" baseline="0" noProof="0" dirty="0">
                <a:ln>
                  <a:noFill/>
                </a:ln>
                <a:solidFill>
                  <a:prstClr val="black"/>
                </a:solidFill>
                <a:effectLst/>
                <a:uLnTx/>
                <a:uFillTx/>
                <a:latin typeface="Calibri"/>
                <a:ea typeface="+mn-ea"/>
                <a:cs typeface="+mn-cs"/>
              </a:rPr>
              <a:t>v = vehicle speed (wheel speed + IMU)</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22" name="Rectangle 21">
            <a:extLst>
              <a:ext uri="{FF2B5EF4-FFF2-40B4-BE49-F238E27FC236}">
                <a16:creationId xmlns:a16="http://schemas.microsoft.com/office/drawing/2014/main" id="{6574F336-BD25-4F36-8F31-0F8C193450BD}"/>
              </a:ext>
            </a:extLst>
          </p:cNvPr>
          <p:cNvSpPr/>
          <p:nvPr/>
        </p:nvSpPr>
        <p:spPr>
          <a:xfrm>
            <a:off x="12035" y="3094947"/>
            <a:ext cx="4236355" cy="333860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24" name="Picture 23">
            <a:extLst>
              <a:ext uri="{FF2B5EF4-FFF2-40B4-BE49-F238E27FC236}">
                <a16:creationId xmlns:a16="http://schemas.microsoft.com/office/drawing/2014/main" id="{458557CA-56AD-401A-88E3-86333DF0E3F2}"/>
              </a:ext>
            </a:extLst>
          </p:cNvPr>
          <p:cNvPicPr>
            <a:picLocks noChangeAspect="1"/>
          </p:cNvPicPr>
          <p:nvPr/>
        </p:nvPicPr>
        <p:blipFill rotWithShape="1">
          <a:blip r:embed="rId2"/>
          <a:srcRect l="9309" b="17917"/>
          <a:stretch/>
        </p:blipFill>
        <p:spPr>
          <a:xfrm>
            <a:off x="4346475" y="855404"/>
            <a:ext cx="3422775" cy="2118638"/>
          </a:xfrm>
          <a:prstGeom prst="rect">
            <a:avLst/>
          </a:prstGeom>
        </p:spPr>
      </p:pic>
      <p:sp>
        <p:nvSpPr>
          <p:cNvPr id="25" name="TextBox 24">
            <a:extLst>
              <a:ext uri="{FF2B5EF4-FFF2-40B4-BE49-F238E27FC236}">
                <a16:creationId xmlns:a16="http://schemas.microsoft.com/office/drawing/2014/main" id="{9276E899-50CD-4B1C-868A-E53580615613}"/>
              </a:ext>
            </a:extLst>
          </p:cNvPr>
          <p:cNvSpPr txBox="1"/>
          <p:nvPr/>
        </p:nvSpPr>
        <p:spPr>
          <a:xfrm>
            <a:off x="4240873" y="3094947"/>
            <a:ext cx="3848959" cy="369332"/>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a:ea typeface="+mn-ea"/>
                <a:cs typeface="+mn-cs"/>
              </a:rPr>
              <a:t>AEB System</a:t>
            </a:r>
          </a:p>
        </p:txBody>
      </p:sp>
      <p:sp>
        <p:nvSpPr>
          <p:cNvPr id="27" name="TextBox 26">
            <a:extLst>
              <a:ext uri="{FF2B5EF4-FFF2-40B4-BE49-F238E27FC236}">
                <a16:creationId xmlns:a16="http://schemas.microsoft.com/office/drawing/2014/main" id="{796FA3F1-67D4-4954-B216-1741BEADA7FF}"/>
              </a:ext>
            </a:extLst>
          </p:cNvPr>
          <p:cNvSpPr txBox="1"/>
          <p:nvPr/>
        </p:nvSpPr>
        <p:spPr>
          <a:xfrm>
            <a:off x="4234185" y="3419484"/>
            <a:ext cx="364735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Brake control strategy during AEB</a:t>
            </a:r>
          </a:p>
        </p:txBody>
      </p:sp>
      <p:sp>
        <p:nvSpPr>
          <p:cNvPr id="29" name="TextBox 28">
            <a:extLst>
              <a:ext uri="{FF2B5EF4-FFF2-40B4-BE49-F238E27FC236}">
                <a16:creationId xmlns:a16="http://schemas.microsoft.com/office/drawing/2014/main" id="{68C455D9-2B41-4B5E-A8B8-9D2CBB948028}"/>
              </a:ext>
            </a:extLst>
          </p:cNvPr>
          <p:cNvSpPr txBox="1"/>
          <p:nvPr/>
        </p:nvSpPr>
        <p:spPr>
          <a:xfrm>
            <a:off x="4533342" y="3705214"/>
            <a:ext cx="3422774" cy="1169551"/>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Throttle command = 0</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Brake actuator → maximum safe stroke</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Regenerative braking disabled or limited</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Vehicle brought to standstill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graphicFrame>
        <p:nvGraphicFramePr>
          <p:cNvPr id="47" name="Table 46">
            <a:extLst>
              <a:ext uri="{FF2B5EF4-FFF2-40B4-BE49-F238E27FC236}">
                <a16:creationId xmlns:a16="http://schemas.microsoft.com/office/drawing/2014/main" id="{9813814C-C8AC-41C3-A3A6-B96D128A637C}"/>
              </a:ext>
            </a:extLst>
          </p:cNvPr>
          <p:cNvGraphicFramePr>
            <a:graphicFrameLocks noGrp="1"/>
          </p:cNvGraphicFramePr>
          <p:nvPr/>
        </p:nvGraphicFramePr>
        <p:xfrm>
          <a:off x="4394565" y="5000506"/>
          <a:ext cx="3609628" cy="1371600"/>
        </p:xfrm>
        <a:graphic>
          <a:graphicData uri="http://schemas.openxmlformats.org/drawingml/2006/table">
            <a:tbl>
              <a:tblPr>
                <a:tableStyleId>{35758FB7-9AC5-4552-8A53-C91805E547FA}</a:tableStyleId>
              </a:tblPr>
              <a:tblGrid>
                <a:gridCol w="1804814">
                  <a:extLst>
                    <a:ext uri="{9D8B030D-6E8A-4147-A177-3AD203B41FA5}">
                      <a16:colId xmlns:a16="http://schemas.microsoft.com/office/drawing/2014/main" val="588064262"/>
                    </a:ext>
                  </a:extLst>
                </a:gridCol>
                <a:gridCol w="1804814">
                  <a:extLst>
                    <a:ext uri="{9D8B030D-6E8A-4147-A177-3AD203B41FA5}">
                      <a16:colId xmlns:a16="http://schemas.microsoft.com/office/drawing/2014/main" val="3289986416"/>
                    </a:ext>
                  </a:extLst>
                </a:gridCol>
              </a:tblGrid>
              <a:tr h="243740">
                <a:tc>
                  <a:txBody>
                    <a:bodyPr/>
                    <a:lstStyle/>
                    <a:p>
                      <a:r>
                        <a:rPr lang="en-US" sz="1200"/>
                        <a:t>Failure</a:t>
                      </a:r>
                    </a:p>
                  </a:txBody>
                  <a:tcPr anchor="ctr"/>
                </a:tc>
                <a:tc>
                  <a:txBody>
                    <a:bodyPr/>
                    <a:lstStyle/>
                    <a:p>
                      <a:r>
                        <a:rPr lang="en-US" sz="1200"/>
                        <a:t>Action</a:t>
                      </a:r>
                    </a:p>
                  </a:txBody>
                  <a:tcPr anchor="ctr"/>
                </a:tc>
                <a:extLst>
                  <a:ext uri="{0D108BD9-81ED-4DB2-BD59-A6C34878D82A}">
                    <a16:rowId xmlns:a16="http://schemas.microsoft.com/office/drawing/2014/main" val="1507016355"/>
                  </a:ext>
                </a:extLst>
              </a:tr>
              <a:tr h="243740">
                <a:tc>
                  <a:txBody>
                    <a:bodyPr/>
                    <a:lstStyle/>
                    <a:p>
                      <a:r>
                        <a:rPr lang="en-US" sz="1200"/>
                        <a:t>LiDAR failure</a:t>
                      </a:r>
                    </a:p>
                  </a:txBody>
                  <a:tcPr anchor="ctr"/>
                </a:tc>
                <a:tc>
                  <a:txBody>
                    <a:bodyPr/>
                    <a:lstStyle/>
                    <a:p>
                      <a:r>
                        <a:rPr lang="en-US" sz="1200"/>
                        <a:t>Disable AEB</a:t>
                      </a:r>
                    </a:p>
                  </a:txBody>
                  <a:tcPr anchor="ctr"/>
                </a:tc>
                <a:extLst>
                  <a:ext uri="{0D108BD9-81ED-4DB2-BD59-A6C34878D82A}">
                    <a16:rowId xmlns:a16="http://schemas.microsoft.com/office/drawing/2014/main" val="2735151983"/>
                  </a:ext>
                </a:extLst>
              </a:tr>
              <a:tr h="243740">
                <a:tc>
                  <a:txBody>
                    <a:bodyPr/>
                    <a:lstStyle/>
                    <a:p>
                      <a:r>
                        <a:rPr lang="en-US" sz="1200" dirty="0"/>
                        <a:t>Camera failure</a:t>
                      </a:r>
                    </a:p>
                  </a:txBody>
                  <a:tcPr anchor="ctr"/>
                </a:tc>
                <a:tc>
                  <a:txBody>
                    <a:bodyPr/>
                    <a:lstStyle/>
                    <a:p>
                      <a:r>
                        <a:rPr lang="en-US" sz="1200" dirty="0"/>
                        <a:t>AEB using LiDAR only</a:t>
                      </a:r>
                    </a:p>
                  </a:txBody>
                  <a:tcPr anchor="ctr"/>
                </a:tc>
                <a:extLst>
                  <a:ext uri="{0D108BD9-81ED-4DB2-BD59-A6C34878D82A}">
                    <a16:rowId xmlns:a16="http://schemas.microsoft.com/office/drawing/2014/main" val="2600936856"/>
                  </a:ext>
                </a:extLst>
              </a:tr>
              <a:tr h="243740">
                <a:tc>
                  <a:txBody>
                    <a:bodyPr/>
                    <a:lstStyle/>
                    <a:p>
                      <a:r>
                        <a:rPr lang="en-US" sz="1200"/>
                        <a:t>Controller fault</a:t>
                      </a:r>
                    </a:p>
                  </a:txBody>
                  <a:tcPr anchor="ctr"/>
                </a:tc>
                <a:tc>
                  <a:txBody>
                    <a:bodyPr/>
                    <a:lstStyle/>
                    <a:p>
                      <a:r>
                        <a:rPr lang="en-US" sz="1200"/>
                        <a:t>Manual braking only</a:t>
                      </a:r>
                    </a:p>
                  </a:txBody>
                  <a:tcPr anchor="ctr"/>
                </a:tc>
                <a:extLst>
                  <a:ext uri="{0D108BD9-81ED-4DB2-BD59-A6C34878D82A}">
                    <a16:rowId xmlns:a16="http://schemas.microsoft.com/office/drawing/2014/main" val="1430828462"/>
                  </a:ext>
                </a:extLst>
              </a:tr>
              <a:tr h="243740">
                <a:tc>
                  <a:txBody>
                    <a:bodyPr/>
                    <a:lstStyle/>
                    <a:p>
                      <a:r>
                        <a:rPr lang="en-US" sz="1200"/>
                        <a:t>CAN timeout</a:t>
                      </a:r>
                    </a:p>
                  </a:txBody>
                  <a:tcPr anchor="ctr"/>
                </a:tc>
                <a:tc>
                  <a:txBody>
                    <a:bodyPr/>
                    <a:lstStyle/>
                    <a:p>
                      <a:r>
                        <a:rPr lang="en-US" sz="1200" dirty="0"/>
                        <a:t>Throttle cut + brake safe</a:t>
                      </a:r>
                    </a:p>
                  </a:txBody>
                  <a:tcPr anchor="ctr"/>
                </a:tc>
                <a:extLst>
                  <a:ext uri="{0D108BD9-81ED-4DB2-BD59-A6C34878D82A}">
                    <a16:rowId xmlns:a16="http://schemas.microsoft.com/office/drawing/2014/main" val="3479274153"/>
                  </a:ext>
                </a:extLst>
              </a:tr>
            </a:tbl>
          </a:graphicData>
        </a:graphic>
      </p:graphicFrame>
      <p:sp>
        <p:nvSpPr>
          <p:cNvPr id="49" name="TextBox 48">
            <a:extLst>
              <a:ext uri="{FF2B5EF4-FFF2-40B4-BE49-F238E27FC236}">
                <a16:creationId xmlns:a16="http://schemas.microsoft.com/office/drawing/2014/main" id="{252F5DDD-5158-4AC4-A17D-E07121078571}"/>
              </a:ext>
            </a:extLst>
          </p:cNvPr>
          <p:cNvSpPr txBox="1"/>
          <p:nvPr/>
        </p:nvSpPr>
        <p:spPr>
          <a:xfrm>
            <a:off x="4484216" y="4631174"/>
            <a:ext cx="621506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False-positive &amp; failure handling </a:t>
            </a:r>
          </a:p>
        </p:txBody>
      </p:sp>
      <p:sp>
        <p:nvSpPr>
          <p:cNvPr id="50" name="Rectangle 49">
            <a:extLst>
              <a:ext uri="{FF2B5EF4-FFF2-40B4-BE49-F238E27FC236}">
                <a16:creationId xmlns:a16="http://schemas.microsoft.com/office/drawing/2014/main" id="{76BF75C1-D7E3-4C1B-A4CE-82A37AECFA6C}"/>
              </a:ext>
            </a:extLst>
          </p:cNvPr>
          <p:cNvSpPr/>
          <p:nvPr/>
        </p:nvSpPr>
        <p:spPr>
          <a:xfrm>
            <a:off x="0" y="424452"/>
            <a:ext cx="8111430" cy="602888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4" name="TextBox 53">
            <a:extLst>
              <a:ext uri="{FF2B5EF4-FFF2-40B4-BE49-F238E27FC236}">
                <a16:creationId xmlns:a16="http://schemas.microsoft.com/office/drawing/2014/main" id="{D6426542-31A3-473E-95A1-DC6D25780908}"/>
              </a:ext>
            </a:extLst>
          </p:cNvPr>
          <p:cNvSpPr txBox="1"/>
          <p:nvPr/>
        </p:nvSpPr>
        <p:spPr>
          <a:xfrm>
            <a:off x="8135256" y="425825"/>
            <a:ext cx="4055001" cy="369332"/>
          </a:xfrm>
          <a:prstGeom prst="rect">
            <a:avLst/>
          </a:prstGeom>
          <a:solidFill>
            <a:schemeClr val="accent1"/>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a:ea typeface="+mn-ea"/>
                <a:cs typeface="+mn-cs"/>
              </a:rPr>
              <a:t>LANE KEEP ASSIST (LKA)</a:t>
            </a:r>
          </a:p>
        </p:txBody>
      </p:sp>
      <p:graphicFrame>
        <p:nvGraphicFramePr>
          <p:cNvPr id="68" name="Table 67">
            <a:extLst>
              <a:ext uri="{FF2B5EF4-FFF2-40B4-BE49-F238E27FC236}">
                <a16:creationId xmlns:a16="http://schemas.microsoft.com/office/drawing/2014/main" id="{BC22743B-05FC-44AA-9734-BEBF9B4EEF83}"/>
              </a:ext>
            </a:extLst>
          </p:cNvPr>
          <p:cNvGraphicFramePr>
            <a:graphicFrameLocks noGrp="1"/>
          </p:cNvGraphicFramePr>
          <p:nvPr/>
        </p:nvGraphicFramePr>
        <p:xfrm>
          <a:off x="8350657" y="866198"/>
          <a:ext cx="3615630" cy="1723860"/>
        </p:xfrm>
        <a:graphic>
          <a:graphicData uri="http://schemas.openxmlformats.org/drawingml/2006/table">
            <a:tbl>
              <a:tblPr>
                <a:tableStyleId>{35758FB7-9AC5-4552-8A53-C91805E547FA}</a:tableStyleId>
              </a:tblPr>
              <a:tblGrid>
                <a:gridCol w="1810486">
                  <a:extLst>
                    <a:ext uri="{9D8B030D-6E8A-4147-A177-3AD203B41FA5}">
                      <a16:colId xmlns:a16="http://schemas.microsoft.com/office/drawing/2014/main" val="1065455172"/>
                    </a:ext>
                  </a:extLst>
                </a:gridCol>
                <a:gridCol w="1805144">
                  <a:extLst>
                    <a:ext uri="{9D8B030D-6E8A-4147-A177-3AD203B41FA5}">
                      <a16:colId xmlns:a16="http://schemas.microsoft.com/office/drawing/2014/main" val="1155937841"/>
                    </a:ext>
                  </a:extLst>
                </a:gridCol>
              </a:tblGrid>
              <a:tr h="313290">
                <a:tc>
                  <a:txBody>
                    <a:bodyPr/>
                    <a:lstStyle/>
                    <a:p>
                      <a:r>
                        <a:rPr lang="en-US" sz="1200" dirty="0"/>
                        <a:t>Sensor</a:t>
                      </a:r>
                    </a:p>
                  </a:txBody>
                  <a:tcPr anchor="ctr"/>
                </a:tc>
                <a:tc>
                  <a:txBody>
                    <a:bodyPr/>
                    <a:lstStyle/>
                    <a:p>
                      <a:r>
                        <a:rPr lang="en-US" sz="1200"/>
                        <a:t>Role</a:t>
                      </a:r>
                    </a:p>
                  </a:txBody>
                  <a:tcPr anchor="ctr"/>
                </a:tc>
                <a:extLst>
                  <a:ext uri="{0D108BD9-81ED-4DB2-BD59-A6C34878D82A}">
                    <a16:rowId xmlns:a16="http://schemas.microsoft.com/office/drawing/2014/main" val="1969824899"/>
                  </a:ext>
                </a:extLst>
              </a:tr>
              <a:tr h="391612">
                <a:tc>
                  <a:txBody>
                    <a:bodyPr/>
                    <a:lstStyle/>
                    <a:p>
                      <a:r>
                        <a:rPr lang="en-US" sz="1200"/>
                        <a:t>Camera</a:t>
                      </a:r>
                    </a:p>
                  </a:txBody>
                  <a:tcPr anchor="ctr"/>
                </a:tc>
                <a:tc>
                  <a:txBody>
                    <a:bodyPr/>
                    <a:lstStyle/>
                    <a:p>
                      <a:r>
                        <a:rPr lang="en-US" sz="1200"/>
                        <a:t>Lane / boundary detection (primary)</a:t>
                      </a:r>
                    </a:p>
                  </a:txBody>
                  <a:tcPr anchor="ctr"/>
                </a:tc>
                <a:extLst>
                  <a:ext uri="{0D108BD9-81ED-4DB2-BD59-A6C34878D82A}">
                    <a16:rowId xmlns:a16="http://schemas.microsoft.com/office/drawing/2014/main" val="3817618113"/>
                  </a:ext>
                </a:extLst>
              </a:tr>
              <a:tr h="548257">
                <a:tc>
                  <a:txBody>
                    <a:bodyPr/>
                    <a:lstStyle/>
                    <a:p>
                      <a:r>
                        <a:rPr lang="en-US" sz="1200"/>
                        <a:t>LiDAR</a:t>
                      </a:r>
                    </a:p>
                  </a:txBody>
                  <a:tcPr anchor="ctr"/>
                </a:tc>
                <a:tc>
                  <a:txBody>
                    <a:bodyPr/>
                    <a:lstStyle/>
                    <a:p>
                      <a:r>
                        <a:rPr lang="en-US" sz="1200"/>
                        <a:t>Boundary validation, edge cases, distance confirmation</a:t>
                      </a:r>
                    </a:p>
                  </a:txBody>
                  <a:tcPr anchor="ctr"/>
                </a:tc>
                <a:extLst>
                  <a:ext uri="{0D108BD9-81ED-4DB2-BD59-A6C34878D82A}">
                    <a16:rowId xmlns:a16="http://schemas.microsoft.com/office/drawing/2014/main" val="3949509819"/>
                  </a:ext>
                </a:extLst>
              </a:tr>
              <a:tr h="313290">
                <a:tc>
                  <a:txBody>
                    <a:bodyPr/>
                    <a:lstStyle/>
                    <a:p>
                      <a:r>
                        <a:rPr lang="en-US" sz="1200" dirty="0"/>
                        <a:t>IMU + wheel speed</a:t>
                      </a:r>
                    </a:p>
                  </a:txBody>
                  <a:tcPr anchor="ctr"/>
                </a:tc>
                <a:tc>
                  <a:txBody>
                    <a:bodyPr/>
                    <a:lstStyle/>
                    <a:p>
                      <a:r>
                        <a:rPr lang="en-US" sz="1200" dirty="0"/>
                        <a:t>Vehicle state (yaw, speed)</a:t>
                      </a:r>
                    </a:p>
                  </a:txBody>
                  <a:tcPr anchor="ctr"/>
                </a:tc>
                <a:extLst>
                  <a:ext uri="{0D108BD9-81ED-4DB2-BD59-A6C34878D82A}">
                    <a16:rowId xmlns:a16="http://schemas.microsoft.com/office/drawing/2014/main" val="482610269"/>
                  </a:ext>
                </a:extLst>
              </a:tr>
            </a:tbl>
          </a:graphicData>
        </a:graphic>
      </p:graphicFrame>
      <p:sp>
        <p:nvSpPr>
          <p:cNvPr id="70" name="TextBox 69">
            <a:extLst>
              <a:ext uri="{FF2B5EF4-FFF2-40B4-BE49-F238E27FC236}">
                <a16:creationId xmlns:a16="http://schemas.microsoft.com/office/drawing/2014/main" id="{8F8E7B34-4881-49D8-9522-069F0182900E}"/>
              </a:ext>
            </a:extLst>
          </p:cNvPr>
          <p:cNvSpPr txBox="1"/>
          <p:nvPr/>
        </p:nvSpPr>
        <p:spPr>
          <a:xfrm>
            <a:off x="8135256" y="2789382"/>
            <a:ext cx="4023360" cy="369332"/>
          </a:xfrm>
          <a:prstGeom prst="rect">
            <a:avLst/>
          </a:prstGeom>
          <a:solidFill>
            <a:schemeClr val="accent1"/>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a:ea typeface="+mn-ea"/>
                <a:cs typeface="+mn-cs"/>
              </a:rPr>
              <a:t>Lane / Boundary Detection</a:t>
            </a:r>
          </a:p>
        </p:txBody>
      </p:sp>
      <p:sp>
        <p:nvSpPr>
          <p:cNvPr id="72" name="TextBox 71">
            <a:extLst>
              <a:ext uri="{FF2B5EF4-FFF2-40B4-BE49-F238E27FC236}">
                <a16:creationId xmlns:a16="http://schemas.microsoft.com/office/drawing/2014/main" id="{D37BFE88-FE17-471B-8AD3-0E51D3F9F378}"/>
              </a:ext>
            </a:extLst>
          </p:cNvPr>
          <p:cNvSpPr txBox="1"/>
          <p:nvPr/>
        </p:nvSpPr>
        <p:spPr>
          <a:xfrm>
            <a:off x="8179367" y="3136485"/>
            <a:ext cx="3924325" cy="181588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Camera side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Color / edge-based detection (white lines / cones)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Perspective transform (optional)</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Region of Interest (ROI) in front of vehicle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LiDAR side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Detect track edges / cones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Filter ground points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Validate camera-detected boundaries</a:t>
            </a:r>
          </a:p>
        </p:txBody>
      </p:sp>
      <p:sp>
        <p:nvSpPr>
          <p:cNvPr id="74" name="TextBox 73">
            <a:extLst>
              <a:ext uri="{FF2B5EF4-FFF2-40B4-BE49-F238E27FC236}">
                <a16:creationId xmlns:a16="http://schemas.microsoft.com/office/drawing/2014/main" id="{FB5D1089-46AE-4081-965E-5CB7165817DA}"/>
              </a:ext>
            </a:extLst>
          </p:cNvPr>
          <p:cNvSpPr txBox="1"/>
          <p:nvPr/>
        </p:nvSpPr>
        <p:spPr>
          <a:xfrm>
            <a:off x="8144657" y="5053586"/>
            <a:ext cx="4004183" cy="369332"/>
          </a:xfrm>
          <a:prstGeom prst="rect">
            <a:avLst/>
          </a:prstGeom>
          <a:solidFill>
            <a:schemeClr val="accent1"/>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a:ea typeface="+mn-ea"/>
                <a:cs typeface="+mn-cs"/>
              </a:rPr>
              <a:t>Lateral error calculation</a:t>
            </a:r>
          </a:p>
        </p:txBody>
      </p:sp>
      <p:sp>
        <p:nvSpPr>
          <p:cNvPr id="76" name="TextBox 75">
            <a:extLst>
              <a:ext uri="{FF2B5EF4-FFF2-40B4-BE49-F238E27FC236}">
                <a16:creationId xmlns:a16="http://schemas.microsoft.com/office/drawing/2014/main" id="{983F3D61-1FA6-4AE3-87DF-CB8B4C8CE3ED}"/>
              </a:ext>
            </a:extLst>
          </p:cNvPr>
          <p:cNvSpPr txBox="1"/>
          <p:nvPr/>
        </p:nvSpPr>
        <p:spPr>
          <a:xfrm>
            <a:off x="8150368" y="5403495"/>
            <a:ext cx="3820737"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Errors used: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Lateral offset (eᵧ)</a:t>
            </a:r>
            <a:r>
              <a:rPr kumimoji="0" lang="en-US" sz="1400" b="0" i="0" u="none" strike="noStrike" kern="1200" cap="none" spc="0" normalizeH="0" baseline="0" noProof="0" dirty="0">
                <a:ln>
                  <a:noFill/>
                </a:ln>
                <a:solidFill>
                  <a:prstClr val="black"/>
                </a:solidFill>
                <a:effectLst/>
                <a:uLnTx/>
                <a:uFillTx/>
                <a:latin typeface="Calibri"/>
                <a:ea typeface="+mn-ea"/>
                <a:cs typeface="+mn-cs"/>
              </a:rPr>
              <a:t>: distance from lane center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Heading error (</a:t>
            </a:r>
            <a:r>
              <a:rPr kumimoji="0" lang="en-US" sz="1400" b="1" i="0" u="none" strike="noStrike" kern="1200" cap="none" spc="0" normalizeH="0" baseline="0" noProof="0" dirty="0" err="1">
                <a:ln>
                  <a:noFill/>
                </a:ln>
                <a:solidFill>
                  <a:prstClr val="black"/>
                </a:solidFill>
                <a:effectLst/>
                <a:uLnTx/>
                <a:uFillTx/>
                <a:latin typeface="Calibri"/>
                <a:ea typeface="+mn-ea"/>
                <a:cs typeface="+mn-cs"/>
              </a:rPr>
              <a:t>e_ψ</a:t>
            </a:r>
            <a:r>
              <a:rPr kumimoji="0" lang="en-US" sz="1400" b="1" i="0" u="none" strike="noStrike" kern="1200" cap="none" spc="0" normalizeH="0" baseline="0" noProof="0" dirty="0">
                <a:ln>
                  <a:noFill/>
                </a:ln>
                <a:solidFill>
                  <a:prstClr val="black"/>
                </a:solidFill>
                <a:effectLst/>
                <a:uLnTx/>
                <a:uFillTx/>
                <a:latin typeface="Calibri"/>
                <a:ea typeface="+mn-ea"/>
                <a:cs typeface="+mn-cs"/>
              </a:rPr>
              <a:t>)</a:t>
            </a:r>
            <a:r>
              <a:rPr kumimoji="0" lang="en-US" sz="1400" b="0" i="0" u="none" strike="noStrike" kern="1200" cap="none" spc="0" normalizeH="0" baseline="0" noProof="0" dirty="0">
                <a:ln>
                  <a:noFill/>
                </a:ln>
                <a:solidFill>
                  <a:prstClr val="black"/>
                </a:solidFill>
                <a:effectLst/>
                <a:uLnTx/>
                <a:uFillTx/>
                <a:latin typeface="Calibri"/>
                <a:ea typeface="+mn-ea"/>
                <a:cs typeface="+mn-cs"/>
              </a:rPr>
              <a:t>: difference between vehicle heading and lane direction</a:t>
            </a:r>
          </a:p>
        </p:txBody>
      </p:sp>
      <p:sp>
        <p:nvSpPr>
          <p:cNvPr id="79" name="Rectangle 78">
            <a:extLst>
              <a:ext uri="{FF2B5EF4-FFF2-40B4-BE49-F238E27FC236}">
                <a16:creationId xmlns:a16="http://schemas.microsoft.com/office/drawing/2014/main" id="{72563179-BF2A-46C1-BE3A-410782EE4693}"/>
              </a:ext>
            </a:extLst>
          </p:cNvPr>
          <p:cNvSpPr/>
          <p:nvPr/>
        </p:nvSpPr>
        <p:spPr>
          <a:xfrm>
            <a:off x="8123379" y="424450"/>
            <a:ext cx="4054999" cy="6028885"/>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0" name="Rectangle 79">
            <a:extLst>
              <a:ext uri="{FF2B5EF4-FFF2-40B4-BE49-F238E27FC236}">
                <a16:creationId xmlns:a16="http://schemas.microsoft.com/office/drawing/2014/main" id="{9877331A-80B8-4222-AFF1-AE1A3A33EC9B}"/>
              </a:ext>
            </a:extLst>
          </p:cNvPr>
          <p:cNvSpPr/>
          <p:nvPr/>
        </p:nvSpPr>
        <p:spPr>
          <a:xfrm>
            <a:off x="8129658" y="2784531"/>
            <a:ext cx="4043123" cy="226905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1" name="Rectangle 80">
            <a:extLst>
              <a:ext uri="{FF2B5EF4-FFF2-40B4-BE49-F238E27FC236}">
                <a16:creationId xmlns:a16="http://schemas.microsoft.com/office/drawing/2014/main" id="{9107E0BE-D77C-48DA-BDF7-326AD5F1462C}"/>
              </a:ext>
            </a:extLst>
          </p:cNvPr>
          <p:cNvSpPr/>
          <p:nvPr/>
        </p:nvSpPr>
        <p:spPr>
          <a:xfrm>
            <a:off x="8150368" y="5063452"/>
            <a:ext cx="4004183" cy="138543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F1078005-D2E1-6835-F1E9-8E68B960B8BB}"/>
              </a:ext>
            </a:extLst>
          </p:cNvPr>
          <p:cNvSpPr/>
          <p:nvPr/>
        </p:nvSpPr>
        <p:spPr>
          <a:xfrm>
            <a:off x="1" y="788228"/>
            <a:ext cx="8111428" cy="2306719"/>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7811B5C8-0D7F-0F97-6F6F-8A46FE8F060F}"/>
              </a:ext>
            </a:extLst>
          </p:cNvPr>
          <p:cNvSpPr/>
          <p:nvPr/>
        </p:nvSpPr>
        <p:spPr>
          <a:xfrm>
            <a:off x="4248390" y="3094947"/>
            <a:ext cx="3848959" cy="333860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382D43D4-C49B-09A6-4C80-00CC04260E98}"/>
              </a:ext>
            </a:extLst>
          </p:cNvPr>
          <p:cNvSpPr/>
          <p:nvPr/>
        </p:nvSpPr>
        <p:spPr>
          <a:xfrm>
            <a:off x="8135256" y="795157"/>
            <a:ext cx="4043122" cy="197950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857204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57873C9-3626-4878-CEFD-48BCD0019CD9}"/>
              </a:ext>
            </a:extLst>
          </p:cNvPr>
          <p:cNvSpPr/>
          <p:nvPr/>
        </p:nvSpPr>
        <p:spPr>
          <a:xfrm>
            <a:off x="95704" y="735117"/>
            <a:ext cx="3638618" cy="311934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5EAFA5CC-5368-9F4B-7B71-C7AA5B2E8BA1}"/>
              </a:ext>
            </a:extLst>
          </p:cNvPr>
          <p:cNvSpPr/>
          <p:nvPr/>
        </p:nvSpPr>
        <p:spPr>
          <a:xfrm>
            <a:off x="7792255" y="550451"/>
            <a:ext cx="4279615" cy="369332"/>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chemeClr val="bg1"/>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C18CD151-B742-BD6D-254A-CBBD99EDF390}"/>
              </a:ext>
            </a:extLst>
          </p:cNvPr>
          <p:cNvSpPr/>
          <p:nvPr/>
        </p:nvSpPr>
        <p:spPr>
          <a:xfrm>
            <a:off x="7792255" y="3572098"/>
            <a:ext cx="4279615" cy="412208"/>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E5C13677-7251-8C01-322A-EE7A71C0E810}"/>
              </a:ext>
            </a:extLst>
          </p:cNvPr>
          <p:cNvSpPr/>
          <p:nvPr/>
        </p:nvSpPr>
        <p:spPr>
          <a:xfrm>
            <a:off x="121390" y="4192874"/>
            <a:ext cx="3489895" cy="390492"/>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56C040C4-B248-E527-6B65-6B02CAEE386A}"/>
              </a:ext>
            </a:extLst>
          </p:cNvPr>
          <p:cNvSpPr/>
          <p:nvPr/>
        </p:nvSpPr>
        <p:spPr>
          <a:xfrm>
            <a:off x="3939847" y="4198923"/>
            <a:ext cx="3595518" cy="369332"/>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chemeClr val="bg1"/>
              </a:solidFill>
              <a:effectLst/>
              <a:uLnTx/>
              <a:uFillTx/>
              <a:latin typeface="Calibri"/>
              <a:ea typeface="+mn-ea"/>
              <a:cs typeface="+mn-cs"/>
            </a:endParaRPr>
          </a:p>
        </p:txBody>
      </p:sp>
      <p:sp>
        <p:nvSpPr>
          <p:cNvPr id="5" name="TextBox 4">
            <a:extLst>
              <a:ext uri="{FF2B5EF4-FFF2-40B4-BE49-F238E27FC236}">
                <a16:creationId xmlns:a16="http://schemas.microsoft.com/office/drawing/2014/main" id="{3E0FF0EE-D7EE-443E-97F1-013D5EFB524B}"/>
              </a:ext>
            </a:extLst>
          </p:cNvPr>
          <p:cNvSpPr txBox="1"/>
          <p:nvPr/>
        </p:nvSpPr>
        <p:spPr>
          <a:xfrm>
            <a:off x="174717" y="1641518"/>
            <a:ext cx="3480591" cy="181588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The endurance strategy adaptively regulates vehicle speed based on lane curvature, obstacle proximity, and stability constraints, ensuring reliable and safe completion of the track while coordinating with LKA and AEB functions.</a:t>
            </a:r>
          </a:p>
        </p:txBody>
      </p:sp>
      <p:sp>
        <p:nvSpPr>
          <p:cNvPr id="6" name="TextBox 5">
            <a:extLst>
              <a:ext uri="{FF2B5EF4-FFF2-40B4-BE49-F238E27FC236}">
                <a16:creationId xmlns:a16="http://schemas.microsoft.com/office/drawing/2014/main" id="{055B7621-1D3F-42B9-9262-2852E2DCDFEC}"/>
              </a:ext>
            </a:extLst>
          </p:cNvPr>
          <p:cNvSpPr txBox="1"/>
          <p:nvPr/>
        </p:nvSpPr>
        <p:spPr>
          <a:xfrm>
            <a:off x="0" y="-21020"/>
            <a:ext cx="1219041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ENDURANCE</a:t>
            </a:r>
          </a:p>
        </p:txBody>
      </p:sp>
      <p:sp>
        <p:nvSpPr>
          <p:cNvPr id="8" name="TextBox 7">
            <a:extLst>
              <a:ext uri="{FF2B5EF4-FFF2-40B4-BE49-F238E27FC236}">
                <a16:creationId xmlns:a16="http://schemas.microsoft.com/office/drawing/2014/main" id="{D2FEDE5F-C455-4B25-B4AE-519AD897F3FE}"/>
              </a:ext>
            </a:extLst>
          </p:cNvPr>
          <p:cNvSpPr txBox="1"/>
          <p:nvPr/>
        </p:nvSpPr>
        <p:spPr>
          <a:xfrm>
            <a:off x="635759" y="4194040"/>
            <a:ext cx="242748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Calibri"/>
                <a:ea typeface="+mn-ea"/>
                <a:cs typeface="+mn-cs"/>
              </a:rPr>
              <a:t> </a:t>
            </a:r>
            <a:r>
              <a:rPr kumimoji="0" lang="en-US" sz="1800" b="1" i="0" u="none" strike="noStrike" kern="1200" cap="none" spc="0" normalizeH="0" baseline="0" noProof="0" dirty="0">
                <a:ln>
                  <a:noFill/>
                </a:ln>
                <a:solidFill>
                  <a:schemeClr val="bg1"/>
                </a:solidFill>
                <a:effectLst/>
                <a:uLnTx/>
                <a:uFillTx/>
                <a:latin typeface="Calibri"/>
                <a:ea typeface="+mn-ea"/>
                <a:cs typeface="+mn-cs"/>
              </a:rPr>
              <a:t>Endurance Logic Inputs</a:t>
            </a:r>
          </a:p>
        </p:txBody>
      </p:sp>
      <p:sp>
        <p:nvSpPr>
          <p:cNvPr id="10" name="TextBox 9">
            <a:extLst>
              <a:ext uri="{FF2B5EF4-FFF2-40B4-BE49-F238E27FC236}">
                <a16:creationId xmlns:a16="http://schemas.microsoft.com/office/drawing/2014/main" id="{E7541581-DF4D-45F3-B777-179CC979E38C}"/>
              </a:ext>
            </a:extLst>
          </p:cNvPr>
          <p:cNvSpPr txBox="1"/>
          <p:nvPr/>
        </p:nvSpPr>
        <p:spPr>
          <a:xfrm>
            <a:off x="114978" y="4658828"/>
            <a:ext cx="3384376" cy="1923604"/>
          </a:xfrm>
          <a:prstGeom prst="rect">
            <a:avLst/>
          </a:prstGeom>
          <a:noFill/>
        </p:spPr>
        <p:txBody>
          <a:bodyPr wrap="square" rtlCol="0">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Lane curvature (from LKA)</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Vehicle speed (IMU + wheel speed)</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Obstacle distance (LiDAR)</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Steering angle &amp; yaw rate</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Mode status (manual / autonomous)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D375F249-91BC-493F-8519-5C7A3B2A01A0}"/>
              </a:ext>
            </a:extLst>
          </p:cNvPr>
          <p:cNvSpPr/>
          <p:nvPr/>
        </p:nvSpPr>
        <p:spPr>
          <a:xfrm>
            <a:off x="118543" y="4192874"/>
            <a:ext cx="3489895" cy="21756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Box 14">
            <a:extLst>
              <a:ext uri="{FF2B5EF4-FFF2-40B4-BE49-F238E27FC236}">
                <a16:creationId xmlns:a16="http://schemas.microsoft.com/office/drawing/2014/main" id="{82AF379B-E9E2-4256-AB07-EA2280E802C7}"/>
              </a:ext>
            </a:extLst>
          </p:cNvPr>
          <p:cNvSpPr txBox="1"/>
          <p:nvPr/>
        </p:nvSpPr>
        <p:spPr>
          <a:xfrm>
            <a:off x="4518689" y="4194040"/>
            <a:ext cx="61874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Calibri"/>
                <a:ea typeface="+mn-ea"/>
                <a:cs typeface="+mn-cs"/>
              </a:rPr>
              <a:t>Adaptive Speed Planning</a:t>
            </a:r>
          </a:p>
        </p:txBody>
      </p:sp>
      <p:sp>
        <p:nvSpPr>
          <p:cNvPr id="17" name="TextBox 16">
            <a:extLst>
              <a:ext uri="{FF2B5EF4-FFF2-40B4-BE49-F238E27FC236}">
                <a16:creationId xmlns:a16="http://schemas.microsoft.com/office/drawing/2014/main" id="{01263345-E577-492E-BE87-89ABD1731772}"/>
              </a:ext>
            </a:extLst>
          </p:cNvPr>
          <p:cNvSpPr txBox="1"/>
          <p:nvPr/>
        </p:nvSpPr>
        <p:spPr>
          <a:xfrm>
            <a:off x="3943168" y="4768946"/>
            <a:ext cx="3775274" cy="1554272"/>
          </a:xfrm>
          <a:prstGeom prst="rect">
            <a:avLst/>
          </a:prstGeom>
          <a:noFill/>
        </p:spPr>
        <p:txBody>
          <a:bodyPr wrap="square" rtlCol="0">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Straight track → higher speed</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Sharp turn → lower speed</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Obstacle detected → speed reduced</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High steering demand → speed reduced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21" name="Picture 20">
            <a:extLst>
              <a:ext uri="{FF2B5EF4-FFF2-40B4-BE49-F238E27FC236}">
                <a16:creationId xmlns:a16="http://schemas.microsoft.com/office/drawing/2014/main" id="{533AF335-96BB-44C3-AD60-7A5624D05320}"/>
              </a:ext>
            </a:extLst>
          </p:cNvPr>
          <p:cNvPicPr>
            <a:picLocks noChangeAspect="1"/>
          </p:cNvPicPr>
          <p:nvPr/>
        </p:nvPicPr>
        <p:blipFill>
          <a:blip r:embed="rId2"/>
          <a:stretch>
            <a:fillRect/>
          </a:stretch>
        </p:blipFill>
        <p:spPr>
          <a:xfrm>
            <a:off x="3818652" y="905321"/>
            <a:ext cx="3911240" cy="2906657"/>
          </a:xfrm>
          <a:prstGeom prst="rect">
            <a:avLst/>
          </a:prstGeom>
        </p:spPr>
      </p:pic>
      <p:sp>
        <p:nvSpPr>
          <p:cNvPr id="23" name="TextBox 22">
            <a:extLst>
              <a:ext uri="{FF2B5EF4-FFF2-40B4-BE49-F238E27FC236}">
                <a16:creationId xmlns:a16="http://schemas.microsoft.com/office/drawing/2014/main" id="{58D69DCA-18CA-4FAF-8A5D-82632A2CAE3E}"/>
              </a:ext>
            </a:extLst>
          </p:cNvPr>
          <p:cNvSpPr txBox="1"/>
          <p:nvPr/>
        </p:nvSpPr>
        <p:spPr>
          <a:xfrm>
            <a:off x="8993390" y="3585575"/>
            <a:ext cx="228639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Calibri"/>
                <a:ea typeface="+mn-ea"/>
                <a:cs typeface="+mn-cs"/>
              </a:rPr>
              <a:t>Control</a:t>
            </a:r>
            <a:r>
              <a:rPr kumimoji="0" lang="en-US" sz="1800" b="1" i="0" u="none" strike="noStrike" kern="1200" cap="none" spc="0" normalizeH="0" baseline="0" noProof="0" dirty="0">
                <a:ln>
                  <a:noFill/>
                </a:ln>
                <a:solidFill>
                  <a:prstClr val="black"/>
                </a:solidFill>
                <a:effectLst/>
                <a:uLnTx/>
                <a:uFillTx/>
                <a:latin typeface="Calibri"/>
                <a:ea typeface="+mn-ea"/>
                <a:cs typeface="+mn-cs"/>
              </a:rPr>
              <a:t> </a:t>
            </a:r>
            <a:r>
              <a:rPr kumimoji="0" lang="en-US" sz="1800" b="1" i="0" u="none" strike="noStrike" kern="1200" cap="none" spc="0" normalizeH="0" baseline="0" noProof="0" dirty="0">
                <a:ln>
                  <a:noFill/>
                </a:ln>
                <a:solidFill>
                  <a:schemeClr val="bg1"/>
                </a:solidFill>
                <a:effectLst/>
                <a:uLnTx/>
                <a:uFillTx/>
                <a:latin typeface="Calibri"/>
                <a:ea typeface="+mn-ea"/>
                <a:cs typeface="+mn-cs"/>
              </a:rPr>
              <a:t>execution</a:t>
            </a:r>
          </a:p>
        </p:txBody>
      </p:sp>
      <p:sp>
        <p:nvSpPr>
          <p:cNvPr id="25" name="TextBox 24">
            <a:extLst>
              <a:ext uri="{FF2B5EF4-FFF2-40B4-BE49-F238E27FC236}">
                <a16:creationId xmlns:a16="http://schemas.microsoft.com/office/drawing/2014/main" id="{FF39FE53-52BA-483B-965A-09D0CDFD57F2}"/>
              </a:ext>
            </a:extLst>
          </p:cNvPr>
          <p:cNvSpPr txBox="1"/>
          <p:nvPr/>
        </p:nvSpPr>
        <p:spPr>
          <a:xfrm>
            <a:off x="7880800" y="4034871"/>
            <a:ext cx="4297296" cy="2314544"/>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Longitudinal control</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Desired speed → throttle / brake controllers</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Smooth acceleration &amp; deceleration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Lateral control</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LKA generates steering</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Endurance limits steering rate indirectly via speed</a:t>
            </a:r>
          </a:p>
        </p:txBody>
      </p:sp>
      <p:sp>
        <p:nvSpPr>
          <p:cNvPr id="27" name="TextBox 26">
            <a:extLst>
              <a:ext uri="{FF2B5EF4-FFF2-40B4-BE49-F238E27FC236}">
                <a16:creationId xmlns:a16="http://schemas.microsoft.com/office/drawing/2014/main" id="{43A88E21-32E0-471B-A177-AF0C291E21EA}"/>
              </a:ext>
            </a:extLst>
          </p:cNvPr>
          <p:cNvSpPr txBox="1"/>
          <p:nvPr/>
        </p:nvSpPr>
        <p:spPr>
          <a:xfrm>
            <a:off x="9256266" y="542453"/>
            <a:ext cx="15463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Calibri"/>
                <a:ea typeface="+mn-ea"/>
                <a:cs typeface="+mn-cs"/>
              </a:rPr>
              <a:t>Fault</a:t>
            </a:r>
            <a:r>
              <a:rPr kumimoji="0" lang="en-US" sz="1800" b="1" i="0" u="none" strike="noStrike" kern="1200" cap="none" spc="0" normalizeH="0" baseline="0" noProof="0" dirty="0">
                <a:ln>
                  <a:noFill/>
                </a:ln>
                <a:solidFill>
                  <a:prstClr val="black"/>
                </a:solidFill>
                <a:effectLst/>
                <a:uLnTx/>
                <a:uFillTx/>
                <a:latin typeface="Calibri"/>
                <a:ea typeface="+mn-ea"/>
                <a:cs typeface="+mn-cs"/>
              </a:rPr>
              <a:t> </a:t>
            </a:r>
            <a:r>
              <a:rPr kumimoji="0" lang="en-US" sz="1800" b="1" i="0" u="none" strike="noStrike" kern="1200" cap="none" spc="0" normalizeH="0" baseline="0" noProof="0" dirty="0">
                <a:ln>
                  <a:noFill/>
                </a:ln>
                <a:solidFill>
                  <a:schemeClr val="bg1"/>
                </a:solidFill>
                <a:effectLst/>
                <a:uLnTx/>
                <a:uFillTx/>
                <a:latin typeface="Calibri"/>
                <a:ea typeface="+mn-ea"/>
                <a:cs typeface="+mn-cs"/>
              </a:rPr>
              <a:t>handling</a:t>
            </a:r>
          </a:p>
        </p:txBody>
      </p:sp>
      <p:graphicFrame>
        <p:nvGraphicFramePr>
          <p:cNvPr id="35" name="Table 34">
            <a:extLst>
              <a:ext uri="{FF2B5EF4-FFF2-40B4-BE49-F238E27FC236}">
                <a16:creationId xmlns:a16="http://schemas.microsoft.com/office/drawing/2014/main" id="{358F1ACC-DA42-43E1-9440-C81C56E728FD}"/>
              </a:ext>
            </a:extLst>
          </p:cNvPr>
          <p:cNvGraphicFramePr>
            <a:graphicFrameLocks noGrp="1"/>
          </p:cNvGraphicFramePr>
          <p:nvPr/>
        </p:nvGraphicFramePr>
        <p:xfrm>
          <a:off x="7932618" y="1255079"/>
          <a:ext cx="4035072" cy="1803640"/>
        </p:xfrm>
        <a:graphic>
          <a:graphicData uri="http://schemas.openxmlformats.org/drawingml/2006/table">
            <a:tbl>
              <a:tblPr>
                <a:tableStyleId>{35758FB7-9AC5-4552-8A53-C91805E547FA}</a:tableStyleId>
              </a:tblPr>
              <a:tblGrid>
                <a:gridCol w="2017536">
                  <a:extLst>
                    <a:ext uri="{9D8B030D-6E8A-4147-A177-3AD203B41FA5}">
                      <a16:colId xmlns:a16="http://schemas.microsoft.com/office/drawing/2014/main" val="552466898"/>
                    </a:ext>
                  </a:extLst>
                </a:gridCol>
                <a:gridCol w="2017536">
                  <a:extLst>
                    <a:ext uri="{9D8B030D-6E8A-4147-A177-3AD203B41FA5}">
                      <a16:colId xmlns:a16="http://schemas.microsoft.com/office/drawing/2014/main" val="4287720691"/>
                    </a:ext>
                  </a:extLst>
                </a:gridCol>
              </a:tblGrid>
              <a:tr h="360728">
                <a:tc>
                  <a:txBody>
                    <a:bodyPr/>
                    <a:lstStyle/>
                    <a:p>
                      <a:r>
                        <a:rPr lang="en-US" sz="1600" dirty="0"/>
                        <a:t>Condition</a:t>
                      </a:r>
                    </a:p>
                  </a:txBody>
                  <a:tcPr anchor="ctr"/>
                </a:tc>
                <a:tc>
                  <a:txBody>
                    <a:bodyPr/>
                    <a:lstStyle/>
                    <a:p>
                      <a:r>
                        <a:rPr lang="en-US" sz="1600"/>
                        <a:t>Action</a:t>
                      </a:r>
                    </a:p>
                  </a:txBody>
                  <a:tcPr anchor="ctr"/>
                </a:tc>
                <a:extLst>
                  <a:ext uri="{0D108BD9-81ED-4DB2-BD59-A6C34878D82A}">
                    <a16:rowId xmlns:a16="http://schemas.microsoft.com/office/drawing/2014/main" val="3535487955"/>
                  </a:ext>
                </a:extLst>
              </a:tr>
              <a:tr h="360728">
                <a:tc>
                  <a:txBody>
                    <a:bodyPr/>
                    <a:lstStyle/>
                    <a:p>
                      <a:r>
                        <a:rPr lang="en-US" sz="1600"/>
                        <a:t>Lane confidence low</a:t>
                      </a:r>
                    </a:p>
                  </a:txBody>
                  <a:tcPr anchor="ctr"/>
                </a:tc>
                <a:tc>
                  <a:txBody>
                    <a:bodyPr/>
                    <a:lstStyle/>
                    <a:p>
                      <a:r>
                        <a:rPr lang="en-US" sz="1600"/>
                        <a:t>Reduce speed</a:t>
                      </a:r>
                    </a:p>
                  </a:txBody>
                  <a:tcPr anchor="ctr"/>
                </a:tc>
                <a:extLst>
                  <a:ext uri="{0D108BD9-81ED-4DB2-BD59-A6C34878D82A}">
                    <a16:rowId xmlns:a16="http://schemas.microsoft.com/office/drawing/2014/main" val="3105746323"/>
                  </a:ext>
                </a:extLst>
              </a:tr>
              <a:tr h="360728">
                <a:tc>
                  <a:txBody>
                    <a:bodyPr/>
                    <a:lstStyle/>
                    <a:p>
                      <a:r>
                        <a:rPr lang="en-US" sz="1600"/>
                        <a:t>Sensor uncertainty</a:t>
                      </a:r>
                    </a:p>
                  </a:txBody>
                  <a:tcPr anchor="ctr"/>
                </a:tc>
                <a:tc>
                  <a:txBody>
                    <a:bodyPr/>
                    <a:lstStyle/>
                    <a:p>
                      <a:r>
                        <a:rPr lang="en-US" sz="1600" dirty="0"/>
                        <a:t>Conservative speed</a:t>
                      </a:r>
                    </a:p>
                  </a:txBody>
                  <a:tcPr anchor="ctr"/>
                </a:tc>
                <a:extLst>
                  <a:ext uri="{0D108BD9-81ED-4DB2-BD59-A6C34878D82A}">
                    <a16:rowId xmlns:a16="http://schemas.microsoft.com/office/drawing/2014/main" val="1332287953"/>
                  </a:ext>
                </a:extLst>
              </a:tr>
              <a:tr h="360728">
                <a:tc>
                  <a:txBody>
                    <a:bodyPr/>
                    <a:lstStyle/>
                    <a:p>
                      <a:r>
                        <a:rPr lang="en-US" sz="1600"/>
                        <a:t>Steering saturation</a:t>
                      </a:r>
                    </a:p>
                  </a:txBody>
                  <a:tcPr anchor="ctr"/>
                </a:tc>
                <a:tc>
                  <a:txBody>
                    <a:bodyPr/>
                    <a:lstStyle/>
                    <a:p>
                      <a:r>
                        <a:rPr lang="en-US" sz="1600"/>
                        <a:t>Speed reduction</a:t>
                      </a:r>
                    </a:p>
                  </a:txBody>
                  <a:tcPr anchor="ctr"/>
                </a:tc>
                <a:extLst>
                  <a:ext uri="{0D108BD9-81ED-4DB2-BD59-A6C34878D82A}">
                    <a16:rowId xmlns:a16="http://schemas.microsoft.com/office/drawing/2014/main" val="2935283842"/>
                  </a:ext>
                </a:extLst>
              </a:tr>
              <a:tr h="360728">
                <a:tc>
                  <a:txBody>
                    <a:bodyPr/>
                    <a:lstStyle/>
                    <a:p>
                      <a:r>
                        <a:rPr lang="en-US" sz="1600" dirty="0"/>
                        <a:t>CAN delay</a:t>
                      </a:r>
                    </a:p>
                  </a:txBody>
                  <a:tcPr anchor="ctr"/>
                </a:tc>
                <a:tc>
                  <a:txBody>
                    <a:bodyPr/>
                    <a:lstStyle/>
                    <a:p>
                      <a:r>
                        <a:rPr lang="en-US" sz="1600" dirty="0"/>
                        <a:t>Hold last safe speed</a:t>
                      </a:r>
                    </a:p>
                  </a:txBody>
                  <a:tcPr anchor="ctr"/>
                </a:tc>
                <a:extLst>
                  <a:ext uri="{0D108BD9-81ED-4DB2-BD59-A6C34878D82A}">
                    <a16:rowId xmlns:a16="http://schemas.microsoft.com/office/drawing/2014/main" val="3400992298"/>
                  </a:ext>
                </a:extLst>
              </a:tr>
            </a:tbl>
          </a:graphicData>
        </a:graphic>
      </p:graphicFrame>
      <p:sp>
        <p:nvSpPr>
          <p:cNvPr id="36" name="Rectangle 35">
            <a:extLst>
              <a:ext uri="{FF2B5EF4-FFF2-40B4-BE49-F238E27FC236}">
                <a16:creationId xmlns:a16="http://schemas.microsoft.com/office/drawing/2014/main" id="{945BF6F9-D8B2-48B4-A430-854E45D8538B}"/>
              </a:ext>
            </a:extLst>
          </p:cNvPr>
          <p:cNvSpPr/>
          <p:nvPr/>
        </p:nvSpPr>
        <p:spPr>
          <a:xfrm>
            <a:off x="3937000" y="4196073"/>
            <a:ext cx="3598365" cy="21756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Rectangle 36">
            <a:extLst>
              <a:ext uri="{FF2B5EF4-FFF2-40B4-BE49-F238E27FC236}">
                <a16:creationId xmlns:a16="http://schemas.microsoft.com/office/drawing/2014/main" id="{6188E220-3B9D-42FA-9FCB-D91922AACE26}"/>
              </a:ext>
            </a:extLst>
          </p:cNvPr>
          <p:cNvSpPr/>
          <p:nvPr/>
        </p:nvSpPr>
        <p:spPr>
          <a:xfrm>
            <a:off x="7792255" y="3565332"/>
            <a:ext cx="4279615" cy="28236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9" name="Rectangle 38">
            <a:extLst>
              <a:ext uri="{FF2B5EF4-FFF2-40B4-BE49-F238E27FC236}">
                <a16:creationId xmlns:a16="http://schemas.microsoft.com/office/drawing/2014/main" id="{130DA740-C434-4702-8D78-AE80FEB6E636}"/>
              </a:ext>
            </a:extLst>
          </p:cNvPr>
          <p:cNvSpPr/>
          <p:nvPr/>
        </p:nvSpPr>
        <p:spPr>
          <a:xfrm>
            <a:off x="7792255" y="554496"/>
            <a:ext cx="4279615" cy="287450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1AA66E93-2BBF-3D70-0078-B8883983ABF8}"/>
              </a:ext>
            </a:extLst>
          </p:cNvPr>
          <p:cNvSpPr/>
          <p:nvPr/>
        </p:nvSpPr>
        <p:spPr>
          <a:xfrm>
            <a:off x="95704" y="735117"/>
            <a:ext cx="3638618" cy="461635"/>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chemeClr val="bg1"/>
                </a:solidFill>
                <a:effectLst/>
                <a:uLnTx/>
                <a:uFillTx/>
                <a:latin typeface="Calibri"/>
                <a:ea typeface="+mn-ea"/>
                <a:cs typeface="+mn-cs"/>
              </a:rPr>
              <a:t>Endurance Logic</a:t>
            </a:r>
          </a:p>
        </p:txBody>
      </p:sp>
    </p:spTree>
    <p:extLst>
      <p:ext uri="{BB962C8B-B14F-4D97-AF65-F5344CB8AC3E}">
        <p14:creationId xmlns:p14="http://schemas.microsoft.com/office/powerpoint/2010/main" val="894487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6C41364D-FF98-BE2B-FC1A-B8AAF4EDCAD7}"/>
              </a:ext>
            </a:extLst>
          </p:cNvPr>
          <p:cNvSpPr/>
          <p:nvPr/>
        </p:nvSpPr>
        <p:spPr>
          <a:xfrm>
            <a:off x="82241" y="4704901"/>
            <a:ext cx="7555021" cy="367727"/>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C8CBDD50-15EB-ACC5-0337-C9B27A3C2228}"/>
              </a:ext>
            </a:extLst>
          </p:cNvPr>
          <p:cNvSpPr/>
          <p:nvPr/>
        </p:nvSpPr>
        <p:spPr>
          <a:xfrm>
            <a:off x="82241" y="2592530"/>
            <a:ext cx="7464244" cy="335775"/>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chemeClr val="bg1"/>
              </a:solidFill>
              <a:effectLst/>
              <a:uLnTx/>
              <a:uFillTx/>
              <a:latin typeface="Calibri"/>
              <a:ea typeface="+mn-ea"/>
              <a:cs typeface="+mn-cs"/>
            </a:endParaRPr>
          </a:p>
        </p:txBody>
      </p:sp>
      <p:sp>
        <p:nvSpPr>
          <p:cNvPr id="8" name="Rectangle 7">
            <a:extLst>
              <a:ext uri="{FF2B5EF4-FFF2-40B4-BE49-F238E27FC236}">
                <a16:creationId xmlns:a16="http://schemas.microsoft.com/office/drawing/2014/main" id="{B2E700F8-3613-FC07-9159-FAF719235841}"/>
              </a:ext>
            </a:extLst>
          </p:cNvPr>
          <p:cNvSpPr/>
          <p:nvPr/>
        </p:nvSpPr>
        <p:spPr>
          <a:xfrm>
            <a:off x="7742955" y="4854033"/>
            <a:ext cx="4284162" cy="387426"/>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chemeClr val="bg1"/>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3235EC54-8512-6582-EDB4-E4CB10AF5B0C}"/>
              </a:ext>
            </a:extLst>
          </p:cNvPr>
          <p:cNvSpPr/>
          <p:nvPr/>
        </p:nvSpPr>
        <p:spPr>
          <a:xfrm>
            <a:off x="7746897" y="2548811"/>
            <a:ext cx="4280220" cy="36675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chemeClr val="bg1"/>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B312AB78-C801-5D94-B1EF-B7A0E227288B}"/>
              </a:ext>
            </a:extLst>
          </p:cNvPr>
          <p:cNvSpPr/>
          <p:nvPr/>
        </p:nvSpPr>
        <p:spPr>
          <a:xfrm>
            <a:off x="7742955" y="475269"/>
            <a:ext cx="4284163" cy="369332"/>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F6494E7B-C19B-40B9-999D-74857A51F7E9}"/>
              </a:ext>
            </a:extLst>
          </p:cNvPr>
          <p:cNvSpPr txBox="1"/>
          <p:nvPr/>
        </p:nvSpPr>
        <p:spPr>
          <a:xfrm>
            <a:off x="157547" y="659935"/>
            <a:ext cx="4392489" cy="15696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Object detection and classification are implemented using a camera–LiDAR fusion approach, where LiDAR ensures reliable distance estimation and the camera provides semantic classification, enabling safe integration with AEB, LKA, and endurance strategies.</a:t>
            </a:r>
          </a:p>
        </p:txBody>
      </p:sp>
      <p:sp>
        <p:nvSpPr>
          <p:cNvPr id="5" name="TextBox 4">
            <a:extLst>
              <a:ext uri="{FF2B5EF4-FFF2-40B4-BE49-F238E27FC236}">
                <a16:creationId xmlns:a16="http://schemas.microsoft.com/office/drawing/2014/main" id="{72ACCF67-8676-4578-B687-C213EB121501}"/>
              </a:ext>
            </a:extLst>
          </p:cNvPr>
          <p:cNvSpPr txBox="1"/>
          <p:nvPr/>
        </p:nvSpPr>
        <p:spPr>
          <a:xfrm>
            <a:off x="0" y="16142"/>
            <a:ext cx="121904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OBJECT DETECTION &amp; CLASSIFICATION</a:t>
            </a:r>
          </a:p>
        </p:txBody>
      </p:sp>
      <p:pic>
        <p:nvPicPr>
          <p:cNvPr id="6" name="Picture 5">
            <a:extLst>
              <a:ext uri="{FF2B5EF4-FFF2-40B4-BE49-F238E27FC236}">
                <a16:creationId xmlns:a16="http://schemas.microsoft.com/office/drawing/2014/main" id="{0CC33705-35C0-4D72-9885-F1A313DE55CA}"/>
              </a:ext>
            </a:extLst>
          </p:cNvPr>
          <p:cNvPicPr>
            <a:picLocks noChangeAspect="1"/>
          </p:cNvPicPr>
          <p:nvPr/>
        </p:nvPicPr>
        <p:blipFill rotWithShape="1">
          <a:blip r:embed="rId2"/>
          <a:srcRect l="14301" t="2751" r="2401" b="13250"/>
          <a:stretch/>
        </p:blipFill>
        <p:spPr>
          <a:xfrm>
            <a:off x="4550036" y="596726"/>
            <a:ext cx="2744906" cy="1845315"/>
          </a:xfrm>
          <a:prstGeom prst="rect">
            <a:avLst/>
          </a:prstGeom>
        </p:spPr>
      </p:pic>
      <p:graphicFrame>
        <p:nvGraphicFramePr>
          <p:cNvPr id="7" name="Table 6">
            <a:extLst>
              <a:ext uri="{FF2B5EF4-FFF2-40B4-BE49-F238E27FC236}">
                <a16:creationId xmlns:a16="http://schemas.microsoft.com/office/drawing/2014/main" id="{34062736-8A1D-40BC-BA3C-0B32D0626475}"/>
              </a:ext>
            </a:extLst>
          </p:cNvPr>
          <p:cNvGraphicFramePr>
            <a:graphicFrameLocks noGrp="1"/>
          </p:cNvGraphicFramePr>
          <p:nvPr>
            <p:extLst>
              <p:ext uri="{D42A27DB-BD31-4B8C-83A1-F6EECF244321}">
                <p14:modId xmlns:p14="http://schemas.microsoft.com/office/powerpoint/2010/main" val="1257267907"/>
              </p:ext>
            </p:extLst>
          </p:nvPr>
        </p:nvGraphicFramePr>
        <p:xfrm>
          <a:off x="1476265" y="2976866"/>
          <a:ext cx="5113848" cy="1524000"/>
        </p:xfrm>
        <a:graphic>
          <a:graphicData uri="http://schemas.openxmlformats.org/drawingml/2006/table">
            <a:tbl>
              <a:tblPr>
                <a:tableStyleId>{35758FB7-9AC5-4552-8A53-C91805E547FA}</a:tableStyleId>
              </a:tblPr>
              <a:tblGrid>
                <a:gridCol w="2556924">
                  <a:extLst>
                    <a:ext uri="{9D8B030D-6E8A-4147-A177-3AD203B41FA5}">
                      <a16:colId xmlns:a16="http://schemas.microsoft.com/office/drawing/2014/main" val="141280365"/>
                    </a:ext>
                  </a:extLst>
                </a:gridCol>
                <a:gridCol w="2556924">
                  <a:extLst>
                    <a:ext uri="{9D8B030D-6E8A-4147-A177-3AD203B41FA5}">
                      <a16:colId xmlns:a16="http://schemas.microsoft.com/office/drawing/2014/main" val="3077462797"/>
                    </a:ext>
                  </a:extLst>
                </a:gridCol>
              </a:tblGrid>
              <a:tr h="217680">
                <a:tc>
                  <a:txBody>
                    <a:bodyPr/>
                    <a:lstStyle/>
                    <a:p>
                      <a:r>
                        <a:rPr lang="en-US" sz="1400"/>
                        <a:t>Failure</a:t>
                      </a:r>
                    </a:p>
                  </a:txBody>
                  <a:tcPr anchor="ctr"/>
                </a:tc>
                <a:tc>
                  <a:txBody>
                    <a:bodyPr/>
                    <a:lstStyle/>
                    <a:p>
                      <a:r>
                        <a:rPr lang="en-US" sz="1400"/>
                        <a:t>Action</a:t>
                      </a:r>
                    </a:p>
                  </a:txBody>
                  <a:tcPr anchor="ctr"/>
                </a:tc>
                <a:extLst>
                  <a:ext uri="{0D108BD9-81ED-4DB2-BD59-A6C34878D82A}">
                    <a16:rowId xmlns:a16="http://schemas.microsoft.com/office/drawing/2014/main" val="1336427960"/>
                  </a:ext>
                </a:extLst>
              </a:tr>
              <a:tr h="217680">
                <a:tc>
                  <a:txBody>
                    <a:bodyPr/>
                    <a:lstStyle/>
                    <a:p>
                      <a:r>
                        <a:rPr lang="en-US" sz="1400"/>
                        <a:t>Camera failure</a:t>
                      </a:r>
                    </a:p>
                  </a:txBody>
                  <a:tcPr anchor="ctr"/>
                </a:tc>
                <a:tc>
                  <a:txBody>
                    <a:bodyPr/>
                    <a:lstStyle/>
                    <a:p>
                      <a:r>
                        <a:rPr lang="en-US" sz="1400" dirty="0"/>
                        <a:t>LiDAR-only detection</a:t>
                      </a:r>
                    </a:p>
                  </a:txBody>
                  <a:tcPr anchor="ctr"/>
                </a:tc>
                <a:extLst>
                  <a:ext uri="{0D108BD9-81ED-4DB2-BD59-A6C34878D82A}">
                    <a16:rowId xmlns:a16="http://schemas.microsoft.com/office/drawing/2014/main" val="3741806507"/>
                  </a:ext>
                </a:extLst>
              </a:tr>
              <a:tr h="217680">
                <a:tc>
                  <a:txBody>
                    <a:bodyPr/>
                    <a:lstStyle/>
                    <a:p>
                      <a:r>
                        <a:rPr lang="en-US" sz="1400"/>
                        <a:t>LiDAR failure</a:t>
                      </a:r>
                    </a:p>
                  </a:txBody>
                  <a:tcPr anchor="ctr"/>
                </a:tc>
                <a:tc>
                  <a:txBody>
                    <a:bodyPr/>
                    <a:lstStyle/>
                    <a:p>
                      <a:r>
                        <a:rPr lang="en-US" sz="1400"/>
                        <a:t>Camera-only + reduced speed</a:t>
                      </a:r>
                    </a:p>
                  </a:txBody>
                  <a:tcPr anchor="ctr"/>
                </a:tc>
                <a:extLst>
                  <a:ext uri="{0D108BD9-81ED-4DB2-BD59-A6C34878D82A}">
                    <a16:rowId xmlns:a16="http://schemas.microsoft.com/office/drawing/2014/main" val="609049203"/>
                  </a:ext>
                </a:extLst>
              </a:tr>
              <a:tr h="191629">
                <a:tc>
                  <a:txBody>
                    <a:bodyPr/>
                    <a:lstStyle/>
                    <a:p>
                      <a:r>
                        <a:rPr lang="en-US" sz="1400" dirty="0"/>
                        <a:t>Both unreliable</a:t>
                      </a:r>
                    </a:p>
                  </a:txBody>
                  <a:tcPr anchor="ctr"/>
                </a:tc>
                <a:tc>
                  <a:txBody>
                    <a:bodyPr/>
                    <a:lstStyle/>
                    <a:p>
                      <a:r>
                        <a:rPr lang="en-US" sz="1400" dirty="0"/>
                        <a:t>Disable autonomy</a:t>
                      </a:r>
                    </a:p>
                  </a:txBody>
                  <a:tcPr anchor="ctr"/>
                </a:tc>
                <a:extLst>
                  <a:ext uri="{0D108BD9-81ED-4DB2-BD59-A6C34878D82A}">
                    <a16:rowId xmlns:a16="http://schemas.microsoft.com/office/drawing/2014/main" val="3890513137"/>
                  </a:ext>
                </a:extLst>
              </a:tr>
              <a:tr h="217680">
                <a:tc>
                  <a:txBody>
                    <a:bodyPr/>
                    <a:lstStyle/>
                    <a:p>
                      <a:r>
                        <a:rPr lang="en-US" sz="1400"/>
                        <a:t>CAN delay</a:t>
                      </a:r>
                    </a:p>
                  </a:txBody>
                  <a:tcPr anchor="ctr"/>
                </a:tc>
                <a:tc>
                  <a:txBody>
                    <a:bodyPr/>
                    <a:lstStyle/>
                    <a:p>
                      <a:r>
                        <a:rPr lang="en-US" sz="1400" dirty="0"/>
                        <a:t>Freeze object state</a:t>
                      </a:r>
                    </a:p>
                  </a:txBody>
                  <a:tcPr anchor="ctr"/>
                </a:tc>
                <a:extLst>
                  <a:ext uri="{0D108BD9-81ED-4DB2-BD59-A6C34878D82A}">
                    <a16:rowId xmlns:a16="http://schemas.microsoft.com/office/drawing/2014/main" val="2234820468"/>
                  </a:ext>
                </a:extLst>
              </a:tr>
            </a:tbl>
          </a:graphicData>
        </a:graphic>
      </p:graphicFrame>
      <p:sp>
        <p:nvSpPr>
          <p:cNvPr id="9" name="TextBox 8">
            <a:extLst>
              <a:ext uri="{FF2B5EF4-FFF2-40B4-BE49-F238E27FC236}">
                <a16:creationId xmlns:a16="http://schemas.microsoft.com/office/drawing/2014/main" id="{F369E81A-195E-4CCE-982C-D28135C3903C}"/>
              </a:ext>
            </a:extLst>
          </p:cNvPr>
          <p:cNvSpPr txBox="1"/>
          <p:nvPr/>
        </p:nvSpPr>
        <p:spPr>
          <a:xfrm>
            <a:off x="3178026" y="2577939"/>
            <a:ext cx="17103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Calibri"/>
                <a:ea typeface="+mn-ea"/>
                <a:cs typeface="+mn-cs"/>
              </a:rPr>
              <a:t>Failure handling</a:t>
            </a:r>
          </a:p>
        </p:txBody>
      </p:sp>
      <p:sp>
        <p:nvSpPr>
          <p:cNvPr id="11" name="TextBox 10">
            <a:extLst>
              <a:ext uri="{FF2B5EF4-FFF2-40B4-BE49-F238E27FC236}">
                <a16:creationId xmlns:a16="http://schemas.microsoft.com/office/drawing/2014/main" id="{07C307FD-C736-4B3D-A954-90FBAD0400A5}"/>
              </a:ext>
            </a:extLst>
          </p:cNvPr>
          <p:cNvSpPr txBox="1"/>
          <p:nvPr/>
        </p:nvSpPr>
        <p:spPr>
          <a:xfrm>
            <a:off x="9515586" y="476165"/>
            <a:ext cx="158417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Calibri"/>
                <a:ea typeface="+mn-ea"/>
                <a:cs typeface="+mn-cs"/>
              </a:rPr>
              <a:t>Sensors</a:t>
            </a:r>
            <a:r>
              <a:rPr kumimoji="0" lang="en-US" sz="1800" b="0" i="0" u="none" strike="noStrike" kern="1200" cap="none" spc="0" normalizeH="0" baseline="0" noProof="0" dirty="0">
                <a:ln>
                  <a:noFill/>
                </a:ln>
                <a:solidFill>
                  <a:prstClr val="black"/>
                </a:solidFill>
                <a:effectLst/>
                <a:uLnTx/>
                <a:uFillTx/>
                <a:latin typeface="Calibri"/>
                <a:ea typeface="+mn-ea"/>
                <a:cs typeface="+mn-cs"/>
              </a:rPr>
              <a:t> </a:t>
            </a:r>
          </a:p>
        </p:txBody>
      </p:sp>
      <p:graphicFrame>
        <p:nvGraphicFramePr>
          <p:cNvPr id="13" name="Table 12">
            <a:extLst>
              <a:ext uri="{FF2B5EF4-FFF2-40B4-BE49-F238E27FC236}">
                <a16:creationId xmlns:a16="http://schemas.microsoft.com/office/drawing/2014/main" id="{67A1C618-8AAA-4574-A61A-3EC916A7835E}"/>
              </a:ext>
            </a:extLst>
          </p:cNvPr>
          <p:cNvGraphicFramePr>
            <a:graphicFrameLocks noGrp="1"/>
          </p:cNvGraphicFramePr>
          <p:nvPr/>
        </p:nvGraphicFramePr>
        <p:xfrm>
          <a:off x="7896535" y="954306"/>
          <a:ext cx="3960440" cy="1281155"/>
        </p:xfrm>
        <a:graphic>
          <a:graphicData uri="http://schemas.openxmlformats.org/drawingml/2006/table">
            <a:tbl>
              <a:tblPr>
                <a:tableStyleId>{35758FB7-9AC5-4552-8A53-C91805E547FA}</a:tableStyleId>
              </a:tblPr>
              <a:tblGrid>
                <a:gridCol w="1980220">
                  <a:extLst>
                    <a:ext uri="{9D8B030D-6E8A-4147-A177-3AD203B41FA5}">
                      <a16:colId xmlns:a16="http://schemas.microsoft.com/office/drawing/2014/main" val="3272081698"/>
                    </a:ext>
                  </a:extLst>
                </a:gridCol>
                <a:gridCol w="1980220">
                  <a:extLst>
                    <a:ext uri="{9D8B030D-6E8A-4147-A177-3AD203B41FA5}">
                      <a16:colId xmlns:a16="http://schemas.microsoft.com/office/drawing/2014/main" val="2832265864"/>
                    </a:ext>
                  </a:extLst>
                </a:gridCol>
              </a:tblGrid>
              <a:tr h="295651">
                <a:tc>
                  <a:txBody>
                    <a:bodyPr/>
                    <a:lstStyle/>
                    <a:p>
                      <a:r>
                        <a:rPr lang="en-US" sz="1200"/>
                        <a:t>Sensor</a:t>
                      </a:r>
                    </a:p>
                  </a:txBody>
                  <a:tcPr anchor="ctr"/>
                </a:tc>
                <a:tc>
                  <a:txBody>
                    <a:bodyPr/>
                    <a:lstStyle/>
                    <a:p>
                      <a:r>
                        <a:rPr lang="en-US" sz="1200"/>
                        <a:t>Purpose</a:t>
                      </a:r>
                    </a:p>
                  </a:txBody>
                  <a:tcPr anchor="ctr"/>
                </a:tc>
                <a:extLst>
                  <a:ext uri="{0D108BD9-81ED-4DB2-BD59-A6C34878D82A}">
                    <a16:rowId xmlns:a16="http://schemas.microsoft.com/office/drawing/2014/main" val="1724559512"/>
                  </a:ext>
                </a:extLst>
              </a:tr>
              <a:tr h="492752">
                <a:tc>
                  <a:txBody>
                    <a:bodyPr/>
                    <a:lstStyle/>
                    <a:p>
                      <a:r>
                        <a:rPr lang="en-US" sz="1200" dirty="0"/>
                        <a:t>Camera</a:t>
                      </a:r>
                    </a:p>
                  </a:txBody>
                  <a:tcPr anchor="ctr"/>
                </a:tc>
                <a:tc>
                  <a:txBody>
                    <a:bodyPr/>
                    <a:lstStyle/>
                    <a:p>
                      <a:r>
                        <a:rPr lang="en-US" sz="1200" dirty="0"/>
                        <a:t>Object classification &amp; visual context</a:t>
                      </a:r>
                    </a:p>
                  </a:txBody>
                  <a:tcPr anchor="ctr"/>
                </a:tc>
                <a:extLst>
                  <a:ext uri="{0D108BD9-81ED-4DB2-BD59-A6C34878D82A}">
                    <a16:rowId xmlns:a16="http://schemas.microsoft.com/office/drawing/2014/main" val="3959607660"/>
                  </a:ext>
                </a:extLst>
              </a:tr>
              <a:tr h="492752">
                <a:tc>
                  <a:txBody>
                    <a:bodyPr/>
                    <a:lstStyle/>
                    <a:p>
                      <a:r>
                        <a:rPr lang="en-US" sz="1200"/>
                        <a:t>LiDAR</a:t>
                      </a:r>
                    </a:p>
                  </a:txBody>
                  <a:tcPr anchor="ctr"/>
                </a:tc>
                <a:tc>
                  <a:txBody>
                    <a:bodyPr/>
                    <a:lstStyle/>
                    <a:p>
                      <a:r>
                        <a:rPr lang="en-US" sz="1200" dirty="0"/>
                        <a:t>Distance, size, and position estimation</a:t>
                      </a:r>
                    </a:p>
                  </a:txBody>
                  <a:tcPr anchor="ctr"/>
                </a:tc>
                <a:extLst>
                  <a:ext uri="{0D108BD9-81ED-4DB2-BD59-A6C34878D82A}">
                    <a16:rowId xmlns:a16="http://schemas.microsoft.com/office/drawing/2014/main" val="3659698151"/>
                  </a:ext>
                </a:extLst>
              </a:tr>
            </a:tbl>
          </a:graphicData>
        </a:graphic>
      </p:graphicFrame>
      <p:sp>
        <p:nvSpPr>
          <p:cNvPr id="15" name="TextBox 14">
            <a:extLst>
              <a:ext uri="{FF2B5EF4-FFF2-40B4-BE49-F238E27FC236}">
                <a16:creationId xmlns:a16="http://schemas.microsoft.com/office/drawing/2014/main" id="{03DAD703-2863-4DBF-9095-E2B70C6DCAC7}"/>
              </a:ext>
            </a:extLst>
          </p:cNvPr>
          <p:cNvSpPr txBox="1"/>
          <p:nvPr/>
        </p:nvSpPr>
        <p:spPr>
          <a:xfrm>
            <a:off x="8476101" y="2534886"/>
            <a:ext cx="32452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Calibri"/>
                <a:ea typeface="+mn-ea"/>
                <a:cs typeface="+mn-cs"/>
              </a:rPr>
              <a:t>LiDAR-based</a:t>
            </a:r>
            <a:r>
              <a:rPr kumimoji="0" lang="en-US" sz="1800" b="1" i="0" u="none" strike="noStrike" kern="1200" cap="none" spc="0" normalizeH="0" baseline="0" noProof="0" dirty="0">
                <a:ln>
                  <a:noFill/>
                </a:ln>
                <a:solidFill>
                  <a:prstClr val="black"/>
                </a:solidFill>
                <a:effectLst/>
                <a:uLnTx/>
                <a:uFillTx/>
                <a:latin typeface="Calibri"/>
                <a:ea typeface="+mn-ea"/>
                <a:cs typeface="+mn-cs"/>
              </a:rPr>
              <a:t> </a:t>
            </a:r>
            <a:r>
              <a:rPr kumimoji="0" lang="en-US" sz="1800" b="1" i="0" u="none" strike="noStrike" kern="1200" cap="none" spc="0" normalizeH="0" baseline="0" noProof="0" dirty="0">
                <a:ln>
                  <a:noFill/>
                </a:ln>
                <a:solidFill>
                  <a:schemeClr val="bg1"/>
                </a:solidFill>
                <a:effectLst/>
                <a:uLnTx/>
                <a:uFillTx/>
                <a:latin typeface="Calibri"/>
                <a:ea typeface="+mn-ea"/>
                <a:cs typeface="+mn-cs"/>
              </a:rPr>
              <a:t>object</a:t>
            </a:r>
            <a:r>
              <a:rPr kumimoji="0" lang="en-US" sz="1800" b="1" i="0" u="none" strike="noStrike" kern="1200" cap="none" spc="0" normalizeH="0" baseline="0" noProof="0" dirty="0">
                <a:ln>
                  <a:noFill/>
                </a:ln>
                <a:solidFill>
                  <a:prstClr val="black"/>
                </a:solidFill>
                <a:effectLst/>
                <a:uLnTx/>
                <a:uFillTx/>
                <a:latin typeface="Calibri"/>
                <a:ea typeface="+mn-ea"/>
                <a:cs typeface="+mn-cs"/>
              </a:rPr>
              <a:t> </a:t>
            </a:r>
            <a:r>
              <a:rPr kumimoji="0" lang="en-US" sz="1800" b="1" i="0" u="none" strike="noStrike" kern="1200" cap="none" spc="0" normalizeH="0" baseline="0" noProof="0" dirty="0">
                <a:ln>
                  <a:noFill/>
                </a:ln>
                <a:solidFill>
                  <a:schemeClr val="bg1"/>
                </a:solidFill>
                <a:effectLst/>
                <a:uLnTx/>
                <a:uFillTx/>
                <a:latin typeface="Calibri"/>
                <a:ea typeface="+mn-ea"/>
                <a:cs typeface="+mn-cs"/>
              </a:rPr>
              <a:t>detection</a:t>
            </a:r>
          </a:p>
        </p:txBody>
      </p:sp>
      <p:sp>
        <p:nvSpPr>
          <p:cNvPr id="17" name="TextBox 16">
            <a:extLst>
              <a:ext uri="{FF2B5EF4-FFF2-40B4-BE49-F238E27FC236}">
                <a16:creationId xmlns:a16="http://schemas.microsoft.com/office/drawing/2014/main" id="{CAF6A7DF-4FD5-4101-B43C-D1C37DF8505D}"/>
              </a:ext>
            </a:extLst>
          </p:cNvPr>
          <p:cNvSpPr txBox="1"/>
          <p:nvPr/>
        </p:nvSpPr>
        <p:spPr>
          <a:xfrm>
            <a:off x="7892972" y="2862509"/>
            <a:ext cx="3245227" cy="184665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LiDAR processing steps: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Ground plane removal</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Point clustering</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Bounding box generation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Outputs: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Object distance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Object width</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Object relative position</a:t>
            </a:r>
          </a:p>
        </p:txBody>
      </p:sp>
      <p:sp>
        <p:nvSpPr>
          <p:cNvPr id="20" name="Rectangle 19">
            <a:extLst>
              <a:ext uri="{FF2B5EF4-FFF2-40B4-BE49-F238E27FC236}">
                <a16:creationId xmlns:a16="http://schemas.microsoft.com/office/drawing/2014/main" id="{AA0CA9D3-859D-4713-9CDA-4EC4EEBBA45B}"/>
              </a:ext>
            </a:extLst>
          </p:cNvPr>
          <p:cNvSpPr/>
          <p:nvPr/>
        </p:nvSpPr>
        <p:spPr>
          <a:xfrm>
            <a:off x="7742955" y="2546238"/>
            <a:ext cx="4284162" cy="214903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Rectangle 20">
            <a:extLst>
              <a:ext uri="{FF2B5EF4-FFF2-40B4-BE49-F238E27FC236}">
                <a16:creationId xmlns:a16="http://schemas.microsoft.com/office/drawing/2014/main" id="{1800BB0A-00EE-4DE8-B5EE-A5B4B4D0D6B1}"/>
              </a:ext>
            </a:extLst>
          </p:cNvPr>
          <p:cNvSpPr/>
          <p:nvPr/>
        </p:nvSpPr>
        <p:spPr>
          <a:xfrm>
            <a:off x="7742958" y="475269"/>
            <a:ext cx="4284162" cy="19622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Rectangle 22">
            <a:extLst>
              <a:ext uri="{FF2B5EF4-FFF2-40B4-BE49-F238E27FC236}">
                <a16:creationId xmlns:a16="http://schemas.microsoft.com/office/drawing/2014/main" id="{21A88E7F-63B7-4A33-A123-EE0D5E48C88B}"/>
              </a:ext>
            </a:extLst>
          </p:cNvPr>
          <p:cNvSpPr/>
          <p:nvPr/>
        </p:nvSpPr>
        <p:spPr>
          <a:xfrm>
            <a:off x="82241" y="2592530"/>
            <a:ext cx="7464244" cy="195689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TextBox 24">
            <a:extLst>
              <a:ext uri="{FF2B5EF4-FFF2-40B4-BE49-F238E27FC236}">
                <a16:creationId xmlns:a16="http://schemas.microsoft.com/office/drawing/2014/main" id="{EC502C76-D540-43B2-93BD-9139EBFCB533}"/>
              </a:ext>
            </a:extLst>
          </p:cNvPr>
          <p:cNvSpPr txBox="1"/>
          <p:nvPr/>
        </p:nvSpPr>
        <p:spPr>
          <a:xfrm>
            <a:off x="8972562" y="4841116"/>
            <a:ext cx="2729443"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Calibri"/>
                <a:ea typeface="+mn-ea"/>
                <a:cs typeface="+mn-cs"/>
              </a:rPr>
              <a:t>Object tracking</a:t>
            </a:r>
          </a:p>
        </p:txBody>
      </p:sp>
      <p:sp>
        <p:nvSpPr>
          <p:cNvPr id="27" name="TextBox 26">
            <a:extLst>
              <a:ext uri="{FF2B5EF4-FFF2-40B4-BE49-F238E27FC236}">
                <a16:creationId xmlns:a16="http://schemas.microsoft.com/office/drawing/2014/main" id="{AE9E5341-813A-440B-95BA-2127D9464DBD}"/>
              </a:ext>
            </a:extLst>
          </p:cNvPr>
          <p:cNvSpPr txBox="1"/>
          <p:nvPr/>
        </p:nvSpPr>
        <p:spPr>
          <a:xfrm>
            <a:off x="7942835" y="5247801"/>
            <a:ext cx="3696987"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Tracking method</a:t>
            </a:r>
            <a:r>
              <a:rPr kumimoji="0" lang="en-US" sz="1800" b="0" i="0" u="none" strike="noStrike" kern="1200" cap="none" spc="0" normalizeH="0" baseline="0" noProof="0" dirty="0">
                <a:ln>
                  <a:noFill/>
                </a:ln>
                <a:solidFill>
                  <a:prstClr val="black"/>
                </a:solidFill>
                <a:effectLst/>
                <a:uLnTx/>
                <a:uFillTx/>
                <a:latin typeface="Calibri"/>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ID-based tracking</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Nearest-neighbor association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Multi-frame confirmation</a:t>
            </a:r>
          </a:p>
        </p:txBody>
      </p:sp>
      <p:sp>
        <p:nvSpPr>
          <p:cNvPr id="28" name="Rectangle 27">
            <a:extLst>
              <a:ext uri="{FF2B5EF4-FFF2-40B4-BE49-F238E27FC236}">
                <a16:creationId xmlns:a16="http://schemas.microsoft.com/office/drawing/2014/main" id="{45771309-DD55-49DB-97FB-046334703C82}"/>
              </a:ext>
            </a:extLst>
          </p:cNvPr>
          <p:cNvSpPr/>
          <p:nvPr/>
        </p:nvSpPr>
        <p:spPr>
          <a:xfrm>
            <a:off x="7742955" y="4855012"/>
            <a:ext cx="4284162" cy="159311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TextBox 29">
            <a:extLst>
              <a:ext uri="{FF2B5EF4-FFF2-40B4-BE49-F238E27FC236}">
                <a16:creationId xmlns:a16="http://schemas.microsoft.com/office/drawing/2014/main" id="{00A8C127-AC11-42A2-BF8B-BB697A89109A}"/>
              </a:ext>
            </a:extLst>
          </p:cNvPr>
          <p:cNvSpPr txBox="1"/>
          <p:nvPr/>
        </p:nvSpPr>
        <p:spPr>
          <a:xfrm>
            <a:off x="2274643" y="4720290"/>
            <a:ext cx="353253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Calibri"/>
                <a:ea typeface="+mn-ea"/>
                <a:cs typeface="+mn-cs"/>
              </a:rPr>
              <a:t>Integration with other systems</a:t>
            </a:r>
          </a:p>
        </p:txBody>
      </p:sp>
      <p:sp>
        <p:nvSpPr>
          <p:cNvPr id="32" name="TextBox 31">
            <a:extLst>
              <a:ext uri="{FF2B5EF4-FFF2-40B4-BE49-F238E27FC236}">
                <a16:creationId xmlns:a16="http://schemas.microsoft.com/office/drawing/2014/main" id="{60A33497-DBE5-4168-8D77-7C3262E75928}"/>
              </a:ext>
            </a:extLst>
          </p:cNvPr>
          <p:cNvSpPr txBox="1"/>
          <p:nvPr/>
        </p:nvSpPr>
        <p:spPr>
          <a:xfrm>
            <a:off x="103576" y="5316973"/>
            <a:ext cx="4392489"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AEB</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Closest in-lane object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Distance → TTC → braking</a:t>
            </a:r>
          </a:p>
        </p:txBody>
      </p:sp>
      <p:sp>
        <p:nvSpPr>
          <p:cNvPr id="33" name="Rectangle 32">
            <a:extLst>
              <a:ext uri="{FF2B5EF4-FFF2-40B4-BE49-F238E27FC236}">
                <a16:creationId xmlns:a16="http://schemas.microsoft.com/office/drawing/2014/main" id="{2BC32B7D-1A04-4CA0-AACF-8960910B26C8}"/>
              </a:ext>
            </a:extLst>
          </p:cNvPr>
          <p:cNvSpPr/>
          <p:nvPr/>
        </p:nvSpPr>
        <p:spPr>
          <a:xfrm>
            <a:off x="85356" y="4704901"/>
            <a:ext cx="7555021" cy="17432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13">
            <a:extLst>
              <a:ext uri="{FF2B5EF4-FFF2-40B4-BE49-F238E27FC236}">
                <a16:creationId xmlns:a16="http://schemas.microsoft.com/office/drawing/2014/main" id="{6A7BBAAE-03FD-9B66-F730-CBB6C82CCD60}"/>
              </a:ext>
            </a:extLst>
          </p:cNvPr>
          <p:cNvSpPr txBox="1"/>
          <p:nvPr/>
        </p:nvSpPr>
        <p:spPr>
          <a:xfrm>
            <a:off x="3783905" y="5830972"/>
            <a:ext cx="7918100"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Endurance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Obstacle presence → speed reduction</a:t>
            </a:r>
          </a:p>
        </p:txBody>
      </p:sp>
      <p:sp>
        <p:nvSpPr>
          <p:cNvPr id="18" name="TextBox 17">
            <a:extLst>
              <a:ext uri="{FF2B5EF4-FFF2-40B4-BE49-F238E27FC236}">
                <a16:creationId xmlns:a16="http://schemas.microsoft.com/office/drawing/2014/main" id="{D5F30FFA-3EC6-7EB1-C863-6890ABE1A425}"/>
              </a:ext>
            </a:extLst>
          </p:cNvPr>
          <p:cNvSpPr txBox="1"/>
          <p:nvPr/>
        </p:nvSpPr>
        <p:spPr>
          <a:xfrm>
            <a:off x="3783905" y="5105011"/>
            <a:ext cx="791810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LKA</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Ignore objects outside lane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Use objects to validate lane boundaries</a:t>
            </a:r>
          </a:p>
        </p:txBody>
      </p:sp>
    </p:spTree>
    <p:extLst>
      <p:ext uri="{BB962C8B-B14F-4D97-AF65-F5344CB8AC3E}">
        <p14:creationId xmlns:p14="http://schemas.microsoft.com/office/powerpoint/2010/main" val="216567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05AC461A-184D-8F9A-1C1C-DCE2B21A7731}"/>
              </a:ext>
            </a:extLst>
          </p:cNvPr>
          <p:cNvSpPr/>
          <p:nvPr/>
        </p:nvSpPr>
        <p:spPr>
          <a:xfrm>
            <a:off x="0" y="476672"/>
            <a:ext cx="12176415" cy="608725"/>
          </a:xfrm>
          <a:prstGeom prst="round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76C94CE9-009A-24E4-2236-DC39152095AB}"/>
              </a:ext>
            </a:extLst>
          </p:cNvPr>
          <p:cNvSpPr/>
          <p:nvPr/>
        </p:nvSpPr>
        <p:spPr>
          <a:xfrm>
            <a:off x="8406607" y="1132652"/>
            <a:ext cx="3775350" cy="410358"/>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9EF3BFAE-B856-DCFE-034F-A9860C6CB50E}"/>
              </a:ext>
            </a:extLst>
          </p:cNvPr>
          <p:cNvSpPr/>
          <p:nvPr/>
        </p:nvSpPr>
        <p:spPr>
          <a:xfrm>
            <a:off x="4186958" y="1132652"/>
            <a:ext cx="4086575" cy="410358"/>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709983A0-2187-5514-82AA-00EBF47A7A3E}"/>
              </a:ext>
            </a:extLst>
          </p:cNvPr>
          <p:cNvSpPr/>
          <p:nvPr/>
        </p:nvSpPr>
        <p:spPr>
          <a:xfrm>
            <a:off x="39911" y="1123003"/>
            <a:ext cx="4074443" cy="392615"/>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B45ADDD4-93FA-4695-88A4-42F8A04BB4B3}"/>
              </a:ext>
            </a:extLst>
          </p:cNvPr>
          <p:cNvSpPr txBox="1"/>
          <p:nvPr/>
        </p:nvSpPr>
        <p:spPr>
          <a:xfrm>
            <a:off x="744" y="476672"/>
            <a:ext cx="11999118"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Failure analysis is implemented across perception, computation, communication, and actuation layers, where any anomaly immediately forces the system into a conservative safe state with propulsion cut and braking prioritized.</a:t>
            </a:r>
          </a:p>
        </p:txBody>
      </p:sp>
      <p:sp>
        <p:nvSpPr>
          <p:cNvPr id="7" name="TextBox 6">
            <a:extLst>
              <a:ext uri="{FF2B5EF4-FFF2-40B4-BE49-F238E27FC236}">
                <a16:creationId xmlns:a16="http://schemas.microsoft.com/office/drawing/2014/main" id="{908EE488-2864-4E57-B3A2-EEE23914886A}"/>
              </a:ext>
            </a:extLst>
          </p:cNvPr>
          <p:cNvSpPr txBox="1"/>
          <p:nvPr/>
        </p:nvSpPr>
        <p:spPr>
          <a:xfrm>
            <a:off x="-11953" y="22101"/>
            <a:ext cx="12202366"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mn-cs"/>
              </a:rPr>
              <a:t>FAILURE ANALYSIS &amp; MITIGATION</a:t>
            </a:r>
          </a:p>
        </p:txBody>
      </p:sp>
      <p:sp>
        <p:nvSpPr>
          <p:cNvPr id="9" name="TextBox 8">
            <a:extLst>
              <a:ext uri="{FF2B5EF4-FFF2-40B4-BE49-F238E27FC236}">
                <a16:creationId xmlns:a16="http://schemas.microsoft.com/office/drawing/2014/main" id="{B0682015-B074-412F-A2E9-8A9E13DF7F44}"/>
              </a:ext>
            </a:extLst>
          </p:cNvPr>
          <p:cNvSpPr txBox="1"/>
          <p:nvPr/>
        </p:nvSpPr>
        <p:spPr>
          <a:xfrm>
            <a:off x="5313138" y="1157229"/>
            <a:ext cx="279171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Failure Classification</a:t>
            </a:r>
          </a:p>
        </p:txBody>
      </p:sp>
      <p:sp>
        <p:nvSpPr>
          <p:cNvPr id="11" name="TextBox 10">
            <a:extLst>
              <a:ext uri="{FF2B5EF4-FFF2-40B4-BE49-F238E27FC236}">
                <a16:creationId xmlns:a16="http://schemas.microsoft.com/office/drawing/2014/main" id="{492D695C-0C10-4FB5-9EAD-1DE82C7DF37D}"/>
              </a:ext>
            </a:extLst>
          </p:cNvPr>
          <p:cNvSpPr txBox="1"/>
          <p:nvPr/>
        </p:nvSpPr>
        <p:spPr>
          <a:xfrm>
            <a:off x="4259441" y="1601097"/>
            <a:ext cx="3308339" cy="2031325"/>
          </a:xfrm>
          <a:prstGeom prst="rect">
            <a:avLst/>
          </a:prstGeom>
          <a:noFill/>
        </p:spPr>
        <p:txBody>
          <a:bodyPr wrap="square" rtlCol="0">
            <a:spAutoFit/>
          </a:bodyPr>
          <a:lstStyle/>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v"/>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Perception Failures</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v"/>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Computation / Software Failures</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v"/>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Communication Failures</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v"/>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Actuation / Hardware Failures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 name="TextBox 12">
            <a:extLst>
              <a:ext uri="{FF2B5EF4-FFF2-40B4-BE49-F238E27FC236}">
                <a16:creationId xmlns:a16="http://schemas.microsoft.com/office/drawing/2014/main" id="{934C4D31-ADDD-4D41-8A01-8D90014E5A58}"/>
              </a:ext>
            </a:extLst>
          </p:cNvPr>
          <p:cNvSpPr txBox="1"/>
          <p:nvPr/>
        </p:nvSpPr>
        <p:spPr>
          <a:xfrm>
            <a:off x="421582" y="1153029"/>
            <a:ext cx="329736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Failure Detection Mechanisms</a:t>
            </a:r>
          </a:p>
        </p:txBody>
      </p:sp>
      <p:sp>
        <p:nvSpPr>
          <p:cNvPr id="17" name="TextBox 16">
            <a:extLst>
              <a:ext uri="{FF2B5EF4-FFF2-40B4-BE49-F238E27FC236}">
                <a16:creationId xmlns:a16="http://schemas.microsoft.com/office/drawing/2014/main" id="{F1420082-A41C-4A38-B65D-004D6E93EB4A}"/>
              </a:ext>
            </a:extLst>
          </p:cNvPr>
          <p:cNvSpPr txBox="1"/>
          <p:nvPr/>
        </p:nvSpPr>
        <p:spPr>
          <a:xfrm>
            <a:off x="39912" y="1618842"/>
            <a:ext cx="4074442" cy="18901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Common detection methods used across the system:</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Sensor health checks (timeout, confidence)</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Cross-sensor plausibility (Camera ↔ LiDAR)</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Heartbeat monitoring (Jetson ↔ MCU over CAN)</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Range &amp; saturation checks (actuators)</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Watchdog timers (MCU &amp; SBC)</a:t>
            </a:r>
          </a:p>
        </p:txBody>
      </p:sp>
      <p:sp>
        <p:nvSpPr>
          <p:cNvPr id="19" name="TextBox 18">
            <a:extLst>
              <a:ext uri="{FF2B5EF4-FFF2-40B4-BE49-F238E27FC236}">
                <a16:creationId xmlns:a16="http://schemas.microsoft.com/office/drawing/2014/main" id="{19E24C5A-6D42-402B-A612-4E373A084C06}"/>
              </a:ext>
            </a:extLst>
          </p:cNvPr>
          <p:cNvSpPr txBox="1"/>
          <p:nvPr/>
        </p:nvSpPr>
        <p:spPr>
          <a:xfrm>
            <a:off x="4511030" y="3565289"/>
            <a:ext cx="616267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Failure → Detection → Mitigation</a:t>
            </a:r>
          </a:p>
        </p:txBody>
      </p:sp>
      <p:graphicFrame>
        <p:nvGraphicFramePr>
          <p:cNvPr id="20" name="Table 19">
            <a:extLst>
              <a:ext uri="{FF2B5EF4-FFF2-40B4-BE49-F238E27FC236}">
                <a16:creationId xmlns:a16="http://schemas.microsoft.com/office/drawing/2014/main" id="{EC4E6880-E6F7-4AA4-905B-466C85F9AD02}"/>
              </a:ext>
            </a:extLst>
          </p:cNvPr>
          <p:cNvGraphicFramePr>
            <a:graphicFrameLocks noGrp="1"/>
          </p:cNvGraphicFramePr>
          <p:nvPr/>
        </p:nvGraphicFramePr>
        <p:xfrm>
          <a:off x="-11953" y="3889026"/>
          <a:ext cx="3511603" cy="2634977"/>
        </p:xfrm>
        <a:graphic>
          <a:graphicData uri="http://schemas.openxmlformats.org/drawingml/2006/table">
            <a:tbl>
              <a:tblPr>
                <a:tableStyleId>{35758FB7-9AC5-4552-8A53-C91805E547FA}</a:tableStyleId>
              </a:tblPr>
              <a:tblGrid>
                <a:gridCol w="893315">
                  <a:extLst>
                    <a:ext uri="{9D8B030D-6E8A-4147-A177-3AD203B41FA5}">
                      <a16:colId xmlns:a16="http://schemas.microsoft.com/office/drawing/2014/main" val="157321719"/>
                    </a:ext>
                  </a:extLst>
                </a:gridCol>
                <a:gridCol w="1134518">
                  <a:extLst>
                    <a:ext uri="{9D8B030D-6E8A-4147-A177-3AD203B41FA5}">
                      <a16:colId xmlns:a16="http://schemas.microsoft.com/office/drawing/2014/main" val="919277652"/>
                    </a:ext>
                  </a:extLst>
                </a:gridCol>
                <a:gridCol w="1483770">
                  <a:extLst>
                    <a:ext uri="{9D8B030D-6E8A-4147-A177-3AD203B41FA5}">
                      <a16:colId xmlns:a16="http://schemas.microsoft.com/office/drawing/2014/main" val="2143553939"/>
                    </a:ext>
                  </a:extLst>
                </a:gridCol>
              </a:tblGrid>
              <a:tr h="332483">
                <a:tc>
                  <a:txBody>
                    <a:bodyPr/>
                    <a:lstStyle/>
                    <a:p>
                      <a:r>
                        <a:rPr lang="en-US" sz="1200"/>
                        <a:t>Failure</a:t>
                      </a:r>
                    </a:p>
                  </a:txBody>
                  <a:tcPr anchor="ctr"/>
                </a:tc>
                <a:tc>
                  <a:txBody>
                    <a:bodyPr/>
                    <a:lstStyle/>
                    <a:p>
                      <a:r>
                        <a:rPr lang="en-US" sz="1200" dirty="0"/>
                        <a:t>Detection</a:t>
                      </a:r>
                    </a:p>
                  </a:txBody>
                  <a:tcPr anchor="ctr"/>
                </a:tc>
                <a:tc>
                  <a:txBody>
                    <a:bodyPr/>
                    <a:lstStyle/>
                    <a:p>
                      <a:r>
                        <a:rPr lang="en-US" sz="1200"/>
                        <a:t>Mitigation</a:t>
                      </a:r>
                    </a:p>
                  </a:txBody>
                  <a:tcPr anchor="ctr"/>
                </a:tc>
                <a:extLst>
                  <a:ext uri="{0D108BD9-81ED-4DB2-BD59-A6C34878D82A}">
                    <a16:rowId xmlns:a16="http://schemas.microsoft.com/office/drawing/2014/main" val="934812512"/>
                  </a:ext>
                </a:extLst>
              </a:tr>
              <a:tr h="554138">
                <a:tc>
                  <a:txBody>
                    <a:bodyPr/>
                    <a:lstStyle/>
                    <a:p>
                      <a:r>
                        <a:rPr lang="en-US" sz="1200"/>
                        <a:t>Camera failure</a:t>
                      </a:r>
                    </a:p>
                  </a:txBody>
                  <a:tcPr anchor="ctr"/>
                </a:tc>
                <a:tc>
                  <a:txBody>
                    <a:bodyPr/>
                    <a:lstStyle/>
                    <a:p>
                      <a:r>
                        <a:rPr lang="en-US" sz="1200"/>
                        <a:t>Confidence ↓ / no frames</a:t>
                      </a:r>
                    </a:p>
                  </a:txBody>
                  <a:tcPr anchor="ctr"/>
                </a:tc>
                <a:tc>
                  <a:txBody>
                    <a:bodyPr/>
                    <a:lstStyle/>
                    <a:p>
                      <a:r>
                        <a:rPr lang="en-US" sz="1200" dirty="0"/>
                        <a:t>LiDAR-only mode + speed reduction</a:t>
                      </a:r>
                    </a:p>
                  </a:txBody>
                  <a:tcPr anchor="ctr"/>
                </a:tc>
                <a:extLst>
                  <a:ext uri="{0D108BD9-81ED-4DB2-BD59-A6C34878D82A}">
                    <a16:rowId xmlns:a16="http://schemas.microsoft.com/office/drawing/2014/main" val="2796966306"/>
                  </a:ext>
                </a:extLst>
              </a:tr>
              <a:tr h="554138">
                <a:tc>
                  <a:txBody>
                    <a:bodyPr/>
                    <a:lstStyle/>
                    <a:p>
                      <a:r>
                        <a:rPr lang="en-US" sz="1200"/>
                        <a:t>LiDAR failure</a:t>
                      </a:r>
                    </a:p>
                  </a:txBody>
                  <a:tcPr anchor="ctr"/>
                </a:tc>
                <a:tc>
                  <a:txBody>
                    <a:bodyPr/>
                    <a:lstStyle/>
                    <a:p>
                      <a:r>
                        <a:rPr lang="en-US" sz="1200"/>
                        <a:t>Timeout / no scan</a:t>
                      </a:r>
                    </a:p>
                  </a:txBody>
                  <a:tcPr anchor="ctr"/>
                </a:tc>
                <a:tc>
                  <a:txBody>
                    <a:bodyPr/>
                    <a:lstStyle/>
                    <a:p>
                      <a:r>
                        <a:rPr lang="en-US" sz="1200"/>
                        <a:t>Camera-only mode + disable AEB</a:t>
                      </a:r>
                    </a:p>
                  </a:txBody>
                  <a:tcPr anchor="ctr"/>
                </a:tc>
                <a:extLst>
                  <a:ext uri="{0D108BD9-81ED-4DB2-BD59-A6C34878D82A}">
                    <a16:rowId xmlns:a16="http://schemas.microsoft.com/office/drawing/2014/main" val="4088696781"/>
                  </a:ext>
                </a:extLst>
              </a:tr>
              <a:tr h="554138">
                <a:tc>
                  <a:txBody>
                    <a:bodyPr/>
                    <a:lstStyle/>
                    <a:p>
                      <a:r>
                        <a:rPr lang="en-US" sz="1200"/>
                        <a:t>Lane lost</a:t>
                      </a:r>
                    </a:p>
                  </a:txBody>
                  <a:tcPr anchor="ctr"/>
                </a:tc>
                <a:tc>
                  <a:txBody>
                    <a:bodyPr/>
                    <a:lstStyle/>
                    <a:p>
                      <a:r>
                        <a:rPr lang="en-US" sz="1200"/>
                        <a:t>Lane confidence &lt; threshold</a:t>
                      </a:r>
                    </a:p>
                  </a:txBody>
                  <a:tcPr anchor="ctr"/>
                </a:tc>
                <a:tc>
                  <a:txBody>
                    <a:bodyPr/>
                    <a:lstStyle/>
                    <a:p>
                      <a:r>
                        <a:rPr lang="en-US" sz="1200" dirty="0"/>
                        <a:t>Reduce speed + reduce steering assist</a:t>
                      </a:r>
                    </a:p>
                  </a:txBody>
                  <a:tcPr anchor="ctr"/>
                </a:tc>
                <a:extLst>
                  <a:ext uri="{0D108BD9-81ED-4DB2-BD59-A6C34878D82A}">
                    <a16:rowId xmlns:a16="http://schemas.microsoft.com/office/drawing/2014/main" val="496255478"/>
                  </a:ext>
                </a:extLst>
              </a:tr>
              <a:tr h="554138">
                <a:tc>
                  <a:txBody>
                    <a:bodyPr/>
                    <a:lstStyle/>
                    <a:p>
                      <a:r>
                        <a:rPr lang="en-US" sz="1200"/>
                        <a:t>Sensor mismatch</a:t>
                      </a:r>
                    </a:p>
                  </a:txBody>
                  <a:tcPr anchor="ctr"/>
                </a:tc>
                <a:tc>
                  <a:txBody>
                    <a:bodyPr/>
                    <a:lstStyle/>
                    <a:p>
                      <a:r>
                        <a:rPr lang="en-US" sz="1200" dirty="0"/>
                        <a:t>Camera–LiDAR disagreement</a:t>
                      </a:r>
                    </a:p>
                  </a:txBody>
                  <a:tcPr anchor="ctr"/>
                </a:tc>
                <a:tc>
                  <a:txBody>
                    <a:bodyPr/>
                    <a:lstStyle/>
                    <a:p>
                      <a:r>
                        <a:rPr lang="en-US" sz="1200" dirty="0"/>
                        <a:t>Conservative braking / stop</a:t>
                      </a:r>
                    </a:p>
                  </a:txBody>
                  <a:tcPr anchor="ctr"/>
                </a:tc>
                <a:extLst>
                  <a:ext uri="{0D108BD9-81ED-4DB2-BD59-A6C34878D82A}">
                    <a16:rowId xmlns:a16="http://schemas.microsoft.com/office/drawing/2014/main" val="2174501494"/>
                  </a:ext>
                </a:extLst>
              </a:tr>
            </a:tbl>
          </a:graphicData>
        </a:graphic>
      </p:graphicFrame>
      <p:sp>
        <p:nvSpPr>
          <p:cNvPr id="22" name="TextBox 21">
            <a:extLst>
              <a:ext uri="{FF2B5EF4-FFF2-40B4-BE49-F238E27FC236}">
                <a16:creationId xmlns:a16="http://schemas.microsoft.com/office/drawing/2014/main" id="{F5E21F0F-1926-4231-8431-6474C26D7BBA}"/>
              </a:ext>
            </a:extLst>
          </p:cNvPr>
          <p:cNvSpPr txBox="1"/>
          <p:nvPr/>
        </p:nvSpPr>
        <p:spPr>
          <a:xfrm>
            <a:off x="738519" y="3524562"/>
            <a:ext cx="2255802"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Perception Failures</a:t>
            </a:r>
          </a:p>
        </p:txBody>
      </p:sp>
      <p:sp>
        <p:nvSpPr>
          <p:cNvPr id="24" name="TextBox 23">
            <a:extLst>
              <a:ext uri="{FF2B5EF4-FFF2-40B4-BE49-F238E27FC236}">
                <a16:creationId xmlns:a16="http://schemas.microsoft.com/office/drawing/2014/main" id="{023EFCF6-FCA2-498A-8498-346B012979CF}"/>
              </a:ext>
            </a:extLst>
          </p:cNvPr>
          <p:cNvSpPr txBox="1"/>
          <p:nvPr/>
        </p:nvSpPr>
        <p:spPr>
          <a:xfrm>
            <a:off x="3862958" y="3917178"/>
            <a:ext cx="618648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Computation / Software Failures</a:t>
            </a:r>
          </a:p>
        </p:txBody>
      </p:sp>
      <p:graphicFrame>
        <p:nvGraphicFramePr>
          <p:cNvPr id="29" name="Table 28">
            <a:extLst>
              <a:ext uri="{FF2B5EF4-FFF2-40B4-BE49-F238E27FC236}">
                <a16:creationId xmlns:a16="http://schemas.microsoft.com/office/drawing/2014/main" id="{3BB069AD-4EB2-4572-9D71-512A390BEC5A}"/>
              </a:ext>
            </a:extLst>
          </p:cNvPr>
          <p:cNvGraphicFramePr>
            <a:graphicFrameLocks noGrp="1"/>
          </p:cNvGraphicFramePr>
          <p:nvPr/>
        </p:nvGraphicFramePr>
        <p:xfrm>
          <a:off x="3574925" y="4255731"/>
          <a:ext cx="2952329" cy="2249838"/>
        </p:xfrm>
        <a:graphic>
          <a:graphicData uri="http://schemas.openxmlformats.org/drawingml/2006/table">
            <a:tbl>
              <a:tblPr>
                <a:tableStyleId>{35758FB7-9AC5-4552-8A53-C91805E547FA}</a:tableStyleId>
              </a:tblPr>
              <a:tblGrid>
                <a:gridCol w="827860">
                  <a:extLst>
                    <a:ext uri="{9D8B030D-6E8A-4147-A177-3AD203B41FA5}">
                      <a16:colId xmlns:a16="http://schemas.microsoft.com/office/drawing/2014/main" val="57020602"/>
                    </a:ext>
                  </a:extLst>
                </a:gridCol>
                <a:gridCol w="817918">
                  <a:extLst>
                    <a:ext uri="{9D8B030D-6E8A-4147-A177-3AD203B41FA5}">
                      <a16:colId xmlns:a16="http://schemas.microsoft.com/office/drawing/2014/main" val="2462049367"/>
                    </a:ext>
                  </a:extLst>
                </a:gridCol>
                <a:gridCol w="1306551">
                  <a:extLst>
                    <a:ext uri="{9D8B030D-6E8A-4147-A177-3AD203B41FA5}">
                      <a16:colId xmlns:a16="http://schemas.microsoft.com/office/drawing/2014/main" val="2448496830"/>
                    </a:ext>
                  </a:extLst>
                </a:gridCol>
              </a:tblGrid>
              <a:tr h="389114">
                <a:tc>
                  <a:txBody>
                    <a:bodyPr/>
                    <a:lstStyle/>
                    <a:p>
                      <a:r>
                        <a:rPr lang="en-US" sz="1200" dirty="0"/>
                        <a:t>Failure</a:t>
                      </a:r>
                    </a:p>
                  </a:txBody>
                  <a:tcPr anchor="ctr"/>
                </a:tc>
                <a:tc>
                  <a:txBody>
                    <a:bodyPr/>
                    <a:lstStyle/>
                    <a:p>
                      <a:r>
                        <a:rPr lang="en-US" sz="1200"/>
                        <a:t>Detection</a:t>
                      </a:r>
                    </a:p>
                  </a:txBody>
                  <a:tcPr anchor="ctr"/>
                </a:tc>
                <a:tc>
                  <a:txBody>
                    <a:bodyPr/>
                    <a:lstStyle/>
                    <a:p>
                      <a:r>
                        <a:rPr lang="en-US" sz="1200"/>
                        <a:t>Mitigation</a:t>
                      </a:r>
                    </a:p>
                  </a:txBody>
                  <a:tcPr anchor="ctr"/>
                </a:tc>
                <a:extLst>
                  <a:ext uri="{0D108BD9-81ED-4DB2-BD59-A6C34878D82A}">
                    <a16:rowId xmlns:a16="http://schemas.microsoft.com/office/drawing/2014/main" val="4074832296"/>
                  </a:ext>
                </a:extLst>
              </a:tr>
              <a:tr h="766180">
                <a:tc>
                  <a:txBody>
                    <a:bodyPr/>
                    <a:lstStyle/>
                    <a:p>
                      <a:r>
                        <a:rPr lang="en-US" sz="1200" dirty="0"/>
                        <a:t>Jetson crash</a:t>
                      </a:r>
                    </a:p>
                  </a:txBody>
                  <a:tcPr anchor="ctr"/>
                </a:tc>
                <a:tc>
                  <a:txBody>
                    <a:bodyPr/>
                    <a:lstStyle/>
                    <a:p>
                      <a:r>
                        <a:rPr lang="en-US" sz="1200" dirty="0"/>
                        <a:t>CAN heartbeat loss</a:t>
                      </a:r>
                    </a:p>
                  </a:txBody>
                  <a:tcPr anchor="ctr"/>
                </a:tc>
                <a:tc>
                  <a:txBody>
                    <a:bodyPr/>
                    <a:lstStyle/>
                    <a:p>
                      <a:r>
                        <a:rPr lang="en-US" sz="1200" dirty="0"/>
                        <a:t>Disable autonomy + manual only</a:t>
                      </a:r>
                    </a:p>
                  </a:txBody>
                  <a:tcPr anchor="ctr"/>
                </a:tc>
                <a:extLst>
                  <a:ext uri="{0D108BD9-81ED-4DB2-BD59-A6C34878D82A}">
                    <a16:rowId xmlns:a16="http://schemas.microsoft.com/office/drawing/2014/main" val="312955187"/>
                  </a:ext>
                </a:extLst>
              </a:tr>
              <a:tr h="547272">
                <a:tc>
                  <a:txBody>
                    <a:bodyPr/>
                    <a:lstStyle/>
                    <a:p>
                      <a:r>
                        <a:rPr lang="en-US" sz="1200"/>
                        <a:t>Planner fault</a:t>
                      </a:r>
                    </a:p>
                  </a:txBody>
                  <a:tcPr anchor="ctr"/>
                </a:tc>
                <a:tc>
                  <a:txBody>
                    <a:bodyPr/>
                    <a:lstStyle/>
                    <a:p>
                      <a:r>
                        <a:rPr lang="en-US" sz="1200" dirty="0"/>
                        <a:t>Invalid command</a:t>
                      </a:r>
                    </a:p>
                  </a:txBody>
                  <a:tcPr anchor="ctr"/>
                </a:tc>
                <a:tc>
                  <a:txBody>
                    <a:bodyPr/>
                    <a:lstStyle/>
                    <a:p>
                      <a:r>
                        <a:rPr lang="en-US" sz="1200" dirty="0"/>
                        <a:t>Command rejected by MCU</a:t>
                      </a:r>
                    </a:p>
                  </a:txBody>
                  <a:tcPr anchor="ctr"/>
                </a:tc>
                <a:extLst>
                  <a:ext uri="{0D108BD9-81ED-4DB2-BD59-A6C34878D82A}">
                    <a16:rowId xmlns:a16="http://schemas.microsoft.com/office/drawing/2014/main" val="2413780958"/>
                  </a:ext>
                </a:extLst>
              </a:tr>
              <a:tr h="547272">
                <a:tc>
                  <a:txBody>
                    <a:bodyPr/>
                    <a:lstStyle/>
                    <a:p>
                      <a:r>
                        <a:rPr lang="en-US" sz="1200"/>
                        <a:t>Control instability</a:t>
                      </a:r>
                    </a:p>
                  </a:txBody>
                  <a:tcPr anchor="ctr"/>
                </a:tc>
                <a:tc>
                  <a:txBody>
                    <a:bodyPr/>
                    <a:lstStyle/>
                    <a:p>
                      <a:r>
                        <a:rPr lang="en-US" sz="1200"/>
                        <a:t>Limit violation</a:t>
                      </a:r>
                    </a:p>
                  </a:txBody>
                  <a:tcPr anchor="ctr"/>
                </a:tc>
                <a:tc>
                  <a:txBody>
                    <a:bodyPr/>
                    <a:lstStyle/>
                    <a:p>
                      <a:r>
                        <a:rPr lang="en-US" sz="1200" dirty="0"/>
                        <a:t>Clamp command / disengage</a:t>
                      </a:r>
                    </a:p>
                  </a:txBody>
                  <a:tcPr anchor="ctr"/>
                </a:tc>
                <a:extLst>
                  <a:ext uri="{0D108BD9-81ED-4DB2-BD59-A6C34878D82A}">
                    <a16:rowId xmlns:a16="http://schemas.microsoft.com/office/drawing/2014/main" val="1012967455"/>
                  </a:ext>
                </a:extLst>
              </a:tr>
            </a:tbl>
          </a:graphicData>
        </a:graphic>
      </p:graphicFrame>
      <p:sp>
        <p:nvSpPr>
          <p:cNvPr id="31" name="TextBox 30">
            <a:extLst>
              <a:ext uri="{FF2B5EF4-FFF2-40B4-BE49-F238E27FC236}">
                <a16:creationId xmlns:a16="http://schemas.microsoft.com/office/drawing/2014/main" id="{8D3F51FF-61C5-4C2A-91A3-86161407D5C5}"/>
              </a:ext>
            </a:extLst>
          </p:cNvPr>
          <p:cNvSpPr txBox="1"/>
          <p:nvPr/>
        </p:nvSpPr>
        <p:spPr>
          <a:xfrm>
            <a:off x="7002948" y="3918344"/>
            <a:ext cx="2173015"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Communication Failures</a:t>
            </a:r>
          </a:p>
        </p:txBody>
      </p:sp>
      <p:graphicFrame>
        <p:nvGraphicFramePr>
          <p:cNvPr id="32" name="Table 31">
            <a:extLst>
              <a:ext uri="{FF2B5EF4-FFF2-40B4-BE49-F238E27FC236}">
                <a16:creationId xmlns:a16="http://schemas.microsoft.com/office/drawing/2014/main" id="{9CB012FF-77E0-4C11-9B0C-D164AE74D954}"/>
              </a:ext>
            </a:extLst>
          </p:cNvPr>
          <p:cNvGraphicFramePr>
            <a:graphicFrameLocks noGrp="1"/>
          </p:cNvGraphicFramePr>
          <p:nvPr/>
        </p:nvGraphicFramePr>
        <p:xfrm>
          <a:off x="6602530" y="4255731"/>
          <a:ext cx="2573434" cy="2249839"/>
        </p:xfrm>
        <a:graphic>
          <a:graphicData uri="http://schemas.openxmlformats.org/drawingml/2006/table">
            <a:tbl>
              <a:tblPr>
                <a:tableStyleId>{35758FB7-9AC5-4552-8A53-C91805E547FA}</a:tableStyleId>
              </a:tblPr>
              <a:tblGrid>
                <a:gridCol w="644804">
                  <a:extLst>
                    <a:ext uri="{9D8B030D-6E8A-4147-A177-3AD203B41FA5}">
                      <a16:colId xmlns:a16="http://schemas.microsoft.com/office/drawing/2014/main" val="2319905558"/>
                    </a:ext>
                  </a:extLst>
                </a:gridCol>
                <a:gridCol w="864096">
                  <a:extLst>
                    <a:ext uri="{9D8B030D-6E8A-4147-A177-3AD203B41FA5}">
                      <a16:colId xmlns:a16="http://schemas.microsoft.com/office/drawing/2014/main" val="3465115858"/>
                    </a:ext>
                  </a:extLst>
                </a:gridCol>
                <a:gridCol w="1064534">
                  <a:extLst>
                    <a:ext uri="{9D8B030D-6E8A-4147-A177-3AD203B41FA5}">
                      <a16:colId xmlns:a16="http://schemas.microsoft.com/office/drawing/2014/main" val="1450982695"/>
                    </a:ext>
                  </a:extLst>
                </a:gridCol>
              </a:tblGrid>
              <a:tr h="592063">
                <a:tc>
                  <a:txBody>
                    <a:bodyPr/>
                    <a:lstStyle/>
                    <a:p>
                      <a:r>
                        <a:rPr lang="en-US" sz="1200" dirty="0"/>
                        <a:t>Failure</a:t>
                      </a:r>
                    </a:p>
                  </a:txBody>
                  <a:tcPr anchor="ctr"/>
                </a:tc>
                <a:tc>
                  <a:txBody>
                    <a:bodyPr/>
                    <a:lstStyle/>
                    <a:p>
                      <a:r>
                        <a:rPr lang="en-US" sz="1200" dirty="0"/>
                        <a:t>Detection</a:t>
                      </a:r>
                    </a:p>
                  </a:txBody>
                  <a:tcPr anchor="ctr"/>
                </a:tc>
                <a:tc>
                  <a:txBody>
                    <a:bodyPr/>
                    <a:lstStyle/>
                    <a:p>
                      <a:r>
                        <a:rPr lang="en-US" sz="1200" dirty="0"/>
                        <a:t>Mitigation</a:t>
                      </a:r>
                    </a:p>
                  </a:txBody>
                  <a:tcPr anchor="ctr"/>
                </a:tc>
                <a:extLst>
                  <a:ext uri="{0D108BD9-81ED-4DB2-BD59-A6C34878D82A}">
                    <a16:rowId xmlns:a16="http://schemas.microsoft.com/office/drawing/2014/main" val="2526260564"/>
                  </a:ext>
                </a:extLst>
              </a:tr>
              <a:tr h="828888">
                <a:tc>
                  <a:txBody>
                    <a:bodyPr/>
                    <a:lstStyle/>
                    <a:p>
                      <a:r>
                        <a:rPr lang="en-US" sz="1200" dirty="0"/>
                        <a:t>CAN timeout</a:t>
                      </a:r>
                    </a:p>
                  </a:txBody>
                  <a:tcPr anchor="ctr"/>
                </a:tc>
                <a:tc>
                  <a:txBody>
                    <a:bodyPr/>
                    <a:lstStyle/>
                    <a:p>
                      <a:r>
                        <a:rPr lang="en-US" sz="1200" dirty="0"/>
                        <a:t>Message delay &gt; limit</a:t>
                      </a:r>
                    </a:p>
                  </a:txBody>
                  <a:tcPr anchor="ctr"/>
                </a:tc>
                <a:tc>
                  <a:txBody>
                    <a:bodyPr/>
                    <a:lstStyle/>
                    <a:p>
                      <a:r>
                        <a:rPr lang="en-US" sz="1200" dirty="0"/>
                        <a:t>Throttle cut + brake safe mode</a:t>
                      </a:r>
                    </a:p>
                  </a:txBody>
                  <a:tcPr anchor="ctr"/>
                </a:tc>
                <a:extLst>
                  <a:ext uri="{0D108BD9-81ED-4DB2-BD59-A6C34878D82A}">
                    <a16:rowId xmlns:a16="http://schemas.microsoft.com/office/drawing/2014/main" val="760593889"/>
                  </a:ext>
                </a:extLst>
              </a:tr>
              <a:tr h="828888">
                <a:tc>
                  <a:txBody>
                    <a:bodyPr/>
                    <a:lstStyle/>
                    <a:p>
                      <a:r>
                        <a:rPr lang="en-US" sz="1200"/>
                        <a:t>Corrupt data</a:t>
                      </a:r>
                    </a:p>
                  </a:txBody>
                  <a:tcPr anchor="ctr"/>
                </a:tc>
                <a:tc>
                  <a:txBody>
                    <a:bodyPr/>
                    <a:lstStyle/>
                    <a:p>
                      <a:r>
                        <a:rPr lang="en-US" sz="1200" dirty="0"/>
                        <a:t>CRC / range error</a:t>
                      </a:r>
                    </a:p>
                  </a:txBody>
                  <a:tcPr anchor="ctr"/>
                </a:tc>
                <a:tc>
                  <a:txBody>
                    <a:bodyPr/>
                    <a:lstStyle/>
                    <a:p>
                      <a:r>
                        <a:rPr lang="en-US" sz="1200" dirty="0"/>
                        <a:t>Ignore command + fallback</a:t>
                      </a:r>
                    </a:p>
                  </a:txBody>
                  <a:tcPr anchor="ctr"/>
                </a:tc>
                <a:extLst>
                  <a:ext uri="{0D108BD9-81ED-4DB2-BD59-A6C34878D82A}">
                    <a16:rowId xmlns:a16="http://schemas.microsoft.com/office/drawing/2014/main" val="912371660"/>
                  </a:ext>
                </a:extLst>
              </a:tr>
            </a:tbl>
          </a:graphicData>
        </a:graphic>
      </p:graphicFrame>
      <p:sp>
        <p:nvSpPr>
          <p:cNvPr id="34" name="TextBox 33">
            <a:extLst>
              <a:ext uri="{FF2B5EF4-FFF2-40B4-BE49-F238E27FC236}">
                <a16:creationId xmlns:a16="http://schemas.microsoft.com/office/drawing/2014/main" id="{6BB89D1D-ADE7-4885-9984-74B31235C1AF}"/>
              </a:ext>
            </a:extLst>
          </p:cNvPr>
          <p:cNvSpPr txBox="1"/>
          <p:nvPr/>
        </p:nvSpPr>
        <p:spPr>
          <a:xfrm>
            <a:off x="9304887" y="3569553"/>
            <a:ext cx="298296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Actuation / Hardware Failures</a:t>
            </a:r>
          </a:p>
        </p:txBody>
      </p:sp>
      <p:graphicFrame>
        <p:nvGraphicFramePr>
          <p:cNvPr id="35" name="Table 34">
            <a:extLst>
              <a:ext uri="{FF2B5EF4-FFF2-40B4-BE49-F238E27FC236}">
                <a16:creationId xmlns:a16="http://schemas.microsoft.com/office/drawing/2014/main" id="{40473C97-8FB0-4F51-A2C5-0F1C9B5113E5}"/>
              </a:ext>
            </a:extLst>
          </p:cNvPr>
          <p:cNvGraphicFramePr>
            <a:graphicFrameLocks noGrp="1"/>
          </p:cNvGraphicFramePr>
          <p:nvPr/>
        </p:nvGraphicFramePr>
        <p:xfrm>
          <a:off x="9231098" y="3913863"/>
          <a:ext cx="2945317" cy="2557520"/>
        </p:xfrm>
        <a:graphic>
          <a:graphicData uri="http://schemas.openxmlformats.org/drawingml/2006/table">
            <a:tbl>
              <a:tblPr>
                <a:tableStyleId>{35758FB7-9AC5-4552-8A53-C91805E547FA}</a:tableStyleId>
              </a:tblPr>
              <a:tblGrid>
                <a:gridCol w="809907">
                  <a:extLst>
                    <a:ext uri="{9D8B030D-6E8A-4147-A177-3AD203B41FA5}">
                      <a16:colId xmlns:a16="http://schemas.microsoft.com/office/drawing/2014/main" val="3340301756"/>
                    </a:ext>
                  </a:extLst>
                </a:gridCol>
                <a:gridCol w="824512">
                  <a:extLst>
                    <a:ext uri="{9D8B030D-6E8A-4147-A177-3AD203B41FA5}">
                      <a16:colId xmlns:a16="http://schemas.microsoft.com/office/drawing/2014/main" val="1810484553"/>
                    </a:ext>
                  </a:extLst>
                </a:gridCol>
                <a:gridCol w="1310898">
                  <a:extLst>
                    <a:ext uri="{9D8B030D-6E8A-4147-A177-3AD203B41FA5}">
                      <a16:colId xmlns:a16="http://schemas.microsoft.com/office/drawing/2014/main" val="2963232941"/>
                    </a:ext>
                  </a:extLst>
                </a:gridCol>
              </a:tblGrid>
              <a:tr h="341734">
                <a:tc>
                  <a:txBody>
                    <a:bodyPr/>
                    <a:lstStyle/>
                    <a:p>
                      <a:r>
                        <a:rPr lang="en-US" sz="1200" dirty="0"/>
                        <a:t>Failure</a:t>
                      </a:r>
                    </a:p>
                  </a:txBody>
                  <a:tcPr anchor="ctr"/>
                </a:tc>
                <a:tc>
                  <a:txBody>
                    <a:bodyPr/>
                    <a:lstStyle/>
                    <a:p>
                      <a:r>
                        <a:rPr lang="en-US" sz="1200" dirty="0"/>
                        <a:t>Detection</a:t>
                      </a:r>
                    </a:p>
                  </a:txBody>
                  <a:tcPr anchor="ctr"/>
                </a:tc>
                <a:tc>
                  <a:txBody>
                    <a:bodyPr/>
                    <a:lstStyle/>
                    <a:p>
                      <a:r>
                        <a:rPr lang="en-US" sz="1200" dirty="0"/>
                        <a:t>Mitigation</a:t>
                      </a:r>
                    </a:p>
                  </a:txBody>
                  <a:tcPr anchor="ctr"/>
                </a:tc>
                <a:extLst>
                  <a:ext uri="{0D108BD9-81ED-4DB2-BD59-A6C34878D82A}">
                    <a16:rowId xmlns:a16="http://schemas.microsoft.com/office/drawing/2014/main" val="2397870400"/>
                  </a:ext>
                </a:extLst>
              </a:tr>
              <a:tr h="478426">
                <a:tc>
                  <a:txBody>
                    <a:bodyPr/>
                    <a:lstStyle/>
                    <a:p>
                      <a:r>
                        <a:rPr lang="en-US" sz="1200" dirty="0"/>
                        <a:t>Throttle stuck</a:t>
                      </a:r>
                    </a:p>
                  </a:txBody>
                  <a:tcPr anchor="ctr"/>
                </a:tc>
                <a:tc>
                  <a:txBody>
                    <a:bodyPr/>
                    <a:lstStyle/>
                    <a:p>
                      <a:r>
                        <a:rPr lang="en-US" sz="1200"/>
                        <a:t>Position mismatch</a:t>
                      </a:r>
                    </a:p>
                  </a:txBody>
                  <a:tcPr anchor="ctr"/>
                </a:tc>
                <a:tc>
                  <a:txBody>
                    <a:bodyPr/>
                    <a:lstStyle/>
                    <a:p>
                      <a:r>
                        <a:rPr lang="en-US" sz="1200" dirty="0"/>
                        <a:t>Torque = 0</a:t>
                      </a:r>
                    </a:p>
                  </a:txBody>
                  <a:tcPr anchor="ctr"/>
                </a:tc>
                <a:extLst>
                  <a:ext uri="{0D108BD9-81ED-4DB2-BD59-A6C34878D82A}">
                    <a16:rowId xmlns:a16="http://schemas.microsoft.com/office/drawing/2014/main" val="3208842040"/>
                  </a:ext>
                </a:extLst>
              </a:tr>
              <a:tr h="564654">
                <a:tc>
                  <a:txBody>
                    <a:bodyPr/>
                    <a:lstStyle/>
                    <a:p>
                      <a:r>
                        <a:rPr lang="en-US" sz="1200"/>
                        <a:t>Brake actuator fault</a:t>
                      </a:r>
                    </a:p>
                  </a:txBody>
                  <a:tcPr anchor="ctr"/>
                </a:tc>
                <a:tc>
                  <a:txBody>
                    <a:bodyPr/>
                    <a:lstStyle/>
                    <a:p>
                      <a:r>
                        <a:rPr lang="en-US" sz="1200" dirty="0"/>
                        <a:t>No position change</a:t>
                      </a:r>
                    </a:p>
                  </a:txBody>
                  <a:tcPr anchor="ctr"/>
                </a:tc>
                <a:tc>
                  <a:txBody>
                    <a:bodyPr/>
                    <a:lstStyle/>
                    <a:p>
                      <a:r>
                        <a:rPr lang="en-US" sz="1200" dirty="0"/>
                        <a:t>Manual braking only</a:t>
                      </a:r>
                    </a:p>
                  </a:txBody>
                  <a:tcPr anchor="ctr"/>
                </a:tc>
                <a:extLst>
                  <a:ext uri="{0D108BD9-81ED-4DB2-BD59-A6C34878D82A}">
                    <a16:rowId xmlns:a16="http://schemas.microsoft.com/office/drawing/2014/main" val="1190923661"/>
                  </a:ext>
                </a:extLst>
              </a:tr>
              <a:tr h="564654">
                <a:tc>
                  <a:txBody>
                    <a:bodyPr/>
                    <a:lstStyle/>
                    <a:p>
                      <a:r>
                        <a:rPr lang="en-US" sz="1200" dirty="0"/>
                        <a:t>Steering motor fault</a:t>
                      </a:r>
                    </a:p>
                  </a:txBody>
                  <a:tcPr anchor="ctr"/>
                </a:tc>
                <a:tc>
                  <a:txBody>
                    <a:bodyPr/>
                    <a:lstStyle/>
                    <a:p>
                      <a:r>
                        <a:rPr lang="en-US" sz="1200"/>
                        <a:t>Encoder mismatch</a:t>
                      </a:r>
                    </a:p>
                  </a:txBody>
                  <a:tcPr anchor="ctr"/>
                </a:tc>
                <a:tc>
                  <a:txBody>
                    <a:bodyPr/>
                    <a:lstStyle/>
                    <a:p>
                      <a:r>
                        <a:rPr lang="en-US" sz="1200"/>
                        <a:t>Disable assist</a:t>
                      </a:r>
                    </a:p>
                  </a:txBody>
                  <a:tcPr anchor="ctr"/>
                </a:tc>
                <a:extLst>
                  <a:ext uri="{0D108BD9-81ED-4DB2-BD59-A6C34878D82A}">
                    <a16:rowId xmlns:a16="http://schemas.microsoft.com/office/drawing/2014/main" val="4135217349"/>
                  </a:ext>
                </a:extLst>
              </a:tr>
              <a:tr h="403324">
                <a:tc>
                  <a:txBody>
                    <a:bodyPr/>
                    <a:lstStyle/>
                    <a:p>
                      <a:r>
                        <a:rPr lang="en-US" sz="1200" dirty="0"/>
                        <a:t>Power loss</a:t>
                      </a:r>
                    </a:p>
                  </a:txBody>
                  <a:tcPr anchor="ctr"/>
                </a:tc>
                <a:tc>
                  <a:txBody>
                    <a:bodyPr/>
                    <a:lstStyle/>
                    <a:p>
                      <a:r>
                        <a:rPr lang="en-US" sz="1200" dirty="0"/>
                        <a:t>Voltage monitor</a:t>
                      </a:r>
                    </a:p>
                  </a:txBody>
                  <a:tcPr anchor="ctr"/>
                </a:tc>
                <a:tc>
                  <a:txBody>
                    <a:bodyPr/>
                    <a:lstStyle/>
                    <a:p>
                      <a:r>
                        <a:rPr lang="en-US" sz="1200" dirty="0"/>
                        <a:t>Mechanical systems intact</a:t>
                      </a:r>
                    </a:p>
                  </a:txBody>
                  <a:tcPr anchor="ctr"/>
                </a:tc>
                <a:extLst>
                  <a:ext uri="{0D108BD9-81ED-4DB2-BD59-A6C34878D82A}">
                    <a16:rowId xmlns:a16="http://schemas.microsoft.com/office/drawing/2014/main" val="1495138401"/>
                  </a:ext>
                </a:extLst>
              </a:tr>
            </a:tbl>
          </a:graphicData>
        </a:graphic>
      </p:graphicFrame>
      <p:sp>
        <p:nvSpPr>
          <p:cNvPr id="37" name="Rectangle 36">
            <a:extLst>
              <a:ext uri="{FF2B5EF4-FFF2-40B4-BE49-F238E27FC236}">
                <a16:creationId xmlns:a16="http://schemas.microsoft.com/office/drawing/2014/main" id="{B8A23247-71F7-4D94-88CF-4CA666BB6543}"/>
              </a:ext>
            </a:extLst>
          </p:cNvPr>
          <p:cNvSpPr/>
          <p:nvPr/>
        </p:nvSpPr>
        <p:spPr>
          <a:xfrm>
            <a:off x="4191946" y="1132652"/>
            <a:ext cx="4074442" cy="24122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9" name="Rectangle 38">
            <a:extLst>
              <a:ext uri="{FF2B5EF4-FFF2-40B4-BE49-F238E27FC236}">
                <a16:creationId xmlns:a16="http://schemas.microsoft.com/office/drawing/2014/main" id="{5C41281E-EF49-4748-83AA-6F0108217604}"/>
              </a:ext>
            </a:extLst>
          </p:cNvPr>
          <p:cNvSpPr/>
          <p:nvPr/>
        </p:nvSpPr>
        <p:spPr>
          <a:xfrm>
            <a:off x="39912" y="1124744"/>
            <a:ext cx="4074442" cy="242016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1" name="TextBox 40">
            <a:extLst>
              <a:ext uri="{FF2B5EF4-FFF2-40B4-BE49-F238E27FC236}">
                <a16:creationId xmlns:a16="http://schemas.microsoft.com/office/drawing/2014/main" id="{FE7E34D8-EF5E-496F-9AD6-C60ADADDC2A6}"/>
              </a:ext>
            </a:extLst>
          </p:cNvPr>
          <p:cNvSpPr txBox="1"/>
          <p:nvPr/>
        </p:nvSpPr>
        <p:spPr>
          <a:xfrm>
            <a:off x="9053524" y="1163522"/>
            <a:ext cx="309697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System-Level Safe State</a:t>
            </a:r>
          </a:p>
        </p:txBody>
      </p:sp>
      <p:sp>
        <p:nvSpPr>
          <p:cNvPr id="42" name="Rectangle 2">
            <a:extLst>
              <a:ext uri="{FF2B5EF4-FFF2-40B4-BE49-F238E27FC236}">
                <a16:creationId xmlns:a16="http://schemas.microsoft.com/office/drawing/2014/main" id="{460E2B26-9629-427F-924B-A5645A9499A6}"/>
              </a:ext>
            </a:extLst>
          </p:cNvPr>
          <p:cNvSpPr>
            <a:spLocks noChangeArrowheads="1"/>
          </p:cNvSpPr>
          <p:nvPr/>
        </p:nvSpPr>
        <p:spPr bwMode="auto">
          <a:xfrm>
            <a:off x="8509550" y="1744638"/>
            <a:ext cx="3672407" cy="1668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Throttle command = 0</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Brake system = Safe braking / stop</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Steering assist = Disabled</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Mode = Manual only</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Driver alerted (visual / buzzer)</a:t>
            </a:r>
          </a:p>
        </p:txBody>
      </p:sp>
      <p:sp>
        <p:nvSpPr>
          <p:cNvPr id="45" name="Rectangle 44">
            <a:extLst>
              <a:ext uri="{FF2B5EF4-FFF2-40B4-BE49-F238E27FC236}">
                <a16:creationId xmlns:a16="http://schemas.microsoft.com/office/drawing/2014/main" id="{C311C0E3-8D0D-4C5D-B1D6-B0F622B974AF}"/>
              </a:ext>
            </a:extLst>
          </p:cNvPr>
          <p:cNvSpPr/>
          <p:nvPr/>
        </p:nvSpPr>
        <p:spPr>
          <a:xfrm>
            <a:off x="8399462" y="1137869"/>
            <a:ext cx="3751039" cy="24098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4249709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
      <a:dk1>
        <a:srgbClr val="000000"/>
      </a:dk1>
      <a:lt1>
        <a:srgbClr val="FFFFFF"/>
      </a:lt1>
      <a:dk2>
        <a:srgbClr val="A7A7A7"/>
      </a:dk2>
      <a:lt2>
        <a:srgbClr val="535353"/>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FF00FF"/>
      </a:folHlink>
    </a:clrScheme>
    <a:fontScheme name="Office Theme">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FFFFFF"/>
        </a:solidFill>
        <a:ln w="25400" cap="flat" cmpd="sng" algn="ctr">
          <a:solidFill>
            <a:schemeClr val="accent1"/>
          </a:solidFill>
          <a:prstDash val="solid"/>
          <a:round/>
          <a:headEnd type="none" w="med" len="med"/>
          <a:tailEnd type="none" w="med" len="med"/>
        </a:ln>
        <a:effectLst>
          <a:outerShdw blurRad="38100" dist="23000" dir="5400000" algn="ctr" rotWithShape="0">
            <a:srgbClr val="000000">
              <a:alpha val="34999"/>
            </a:srgbClr>
          </a:outerShdw>
        </a:effectLst>
      </a:spPr>
      <a:bodyPr vert="horz" wrap="square" lIns="45720" tIns="45720" rIns="45720" bIns="45720" numCol="1" anchor="ctr" anchorCtr="0" compatLnSpc="1">
        <a:prstTxWarp prst="textNoShape">
          <a:avLst/>
        </a:prstTxWarp>
        <a:spAutoFit/>
      </a:bodyPr>
      <a:lstStyle>
        <a:defPPr marL="0" marR="0" indent="0" algn="l" defTabSz="914400" rtl="0" eaLnBrk="1"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defRPr>
        </a:defPPr>
      </a:lstStyle>
    </a:spDef>
    <a:lnDef>
      <a:spPr bwMode="auto">
        <a:xfrm>
          <a:off x="0" y="0"/>
          <a:ext cx="1" cy="1"/>
        </a:xfrm>
        <a:custGeom>
          <a:avLst/>
          <a:gdLst/>
          <a:ahLst/>
          <a:cxnLst/>
          <a:rect l="0" t="0" r="0" b="0"/>
          <a:pathLst/>
        </a:custGeom>
        <a:solidFill>
          <a:srgbClr val="FFFFFF"/>
        </a:solidFill>
        <a:ln w="25400" cap="flat" cmpd="sng" algn="ctr">
          <a:solidFill>
            <a:schemeClr val="accent1"/>
          </a:solidFill>
          <a:prstDash val="solid"/>
          <a:round/>
          <a:headEnd type="none" w="med" len="med"/>
          <a:tailEnd type="none" w="med" len="med"/>
        </a:ln>
        <a:effectLst>
          <a:outerShdw blurRad="38100" dist="23000" dir="5400000" algn="ctr" rotWithShape="0">
            <a:srgbClr val="000000">
              <a:alpha val="34999"/>
            </a:srgbClr>
          </a:outerShdw>
        </a:effectLst>
      </a:spPr>
      <a:bodyPr vert="horz" wrap="square" lIns="45720" tIns="45720" rIns="45720" bIns="45720" numCol="1" anchor="ctr" anchorCtr="0" compatLnSpc="1">
        <a:prstTxWarp prst="textNoShape">
          <a:avLst/>
        </a:prstTxWarp>
        <a:spAutoFit/>
      </a:bodyPr>
      <a:lstStyle>
        <a:defPPr marL="0" marR="0" indent="0" algn="l" defTabSz="914400" rtl="0" eaLnBrk="1"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defRPr>
        </a:defPPr>
      </a:lst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_Office Theme">
  <a:themeElements>
    <a:clrScheme name="">
      <a:dk1>
        <a:srgbClr val="000000"/>
      </a:dk1>
      <a:lt1>
        <a:srgbClr val="FFFFFF"/>
      </a:lt1>
      <a:dk2>
        <a:srgbClr val="A7A7A7"/>
      </a:dk2>
      <a:lt2>
        <a:srgbClr val="535353"/>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FF00FF"/>
      </a:folHlink>
    </a:clrScheme>
    <a:fontScheme name="Office Theme">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FFFFFF"/>
        </a:solidFill>
        <a:ln w="25400" cap="flat" cmpd="sng" algn="ctr">
          <a:solidFill>
            <a:schemeClr val="accent1"/>
          </a:solidFill>
          <a:prstDash val="solid"/>
          <a:round/>
          <a:headEnd type="none" w="med" len="med"/>
          <a:tailEnd type="none" w="med" len="med"/>
        </a:ln>
        <a:effectLst>
          <a:outerShdw blurRad="38100" dist="23000" dir="5400000" algn="ctr" rotWithShape="0">
            <a:srgbClr val="000000">
              <a:alpha val="34999"/>
            </a:srgbClr>
          </a:outerShdw>
        </a:effectLst>
      </a:spPr>
      <a:bodyPr vert="horz" wrap="square" lIns="45720" tIns="45720" rIns="45720" bIns="45720" numCol="1" anchor="ctr" anchorCtr="0" compatLnSpc="1">
        <a:prstTxWarp prst="textNoShape">
          <a:avLst/>
        </a:prstTxWarp>
        <a:spAutoFit/>
      </a:bodyPr>
      <a:lstStyle>
        <a:defPPr marL="0" marR="0" indent="0" algn="l" defTabSz="914400" rtl="0" eaLnBrk="1"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defRPr>
        </a:defPPr>
      </a:lstStyle>
    </a:spDef>
    <a:lnDef>
      <a:spPr bwMode="auto">
        <a:xfrm>
          <a:off x="0" y="0"/>
          <a:ext cx="1" cy="1"/>
        </a:xfrm>
        <a:custGeom>
          <a:avLst/>
          <a:gdLst/>
          <a:ahLst/>
          <a:cxnLst/>
          <a:rect l="0" t="0" r="0" b="0"/>
          <a:pathLst/>
        </a:custGeom>
        <a:solidFill>
          <a:srgbClr val="FFFFFF"/>
        </a:solidFill>
        <a:ln w="25400" cap="flat" cmpd="sng" algn="ctr">
          <a:solidFill>
            <a:schemeClr val="accent1"/>
          </a:solidFill>
          <a:prstDash val="solid"/>
          <a:round/>
          <a:headEnd type="none" w="med" len="med"/>
          <a:tailEnd type="none" w="med" len="med"/>
        </a:ln>
        <a:effectLst>
          <a:outerShdw blurRad="38100" dist="23000" dir="5400000" algn="ctr" rotWithShape="0">
            <a:srgbClr val="000000">
              <a:alpha val="34999"/>
            </a:srgbClr>
          </a:outerShdw>
        </a:effectLst>
      </a:spPr>
      <a:bodyPr vert="horz" wrap="square" lIns="45720" tIns="45720" rIns="45720" bIns="45720" numCol="1" anchor="ctr" anchorCtr="0" compatLnSpc="1">
        <a:prstTxWarp prst="textNoShape">
          <a:avLst/>
        </a:prstTxWarp>
        <a:spAutoFit/>
      </a:bodyPr>
      <a:lstStyle>
        <a:defPPr marL="0" marR="0" indent="0" algn="l" defTabSz="914400" rtl="0" eaLnBrk="1"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rgbClr val="000000"/>
            </a:solidFill>
            <a:effectLst/>
            <a:latin typeface="Calibri" panose="020F0502020204030204" pitchFamily="34" charset="0"/>
            <a:cs typeface="Calibri" panose="020F0502020204030204" pitchFamily="34" charset="0"/>
            <a:sym typeface="Calibri" panose="020F0502020204030204" pitchFamily="34" charset="0"/>
          </a:defRPr>
        </a:defPPr>
      </a:lst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8273</TotalTime>
  <Words>1602</Words>
  <Application>Microsoft Office PowerPoint</Application>
  <PresentationFormat>Custom</PresentationFormat>
  <Paragraphs>391</Paragraphs>
  <Slides>9</Slides>
  <Notes>3</Notes>
  <HiddenSlides>0</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9</vt:i4>
      </vt:variant>
    </vt:vector>
  </HeadingPairs>
  <TitlesOfParts>
    <vt:vector size="19" baseType="lpstr">
      <vt:lpstr>Aptos</vt:lpstr>
      <vt:lpstr>Arial</vt:lpstr>
      <vt:lpstr>Calibri</vt:lpstr>
      <vt:lpstr>Wingdings</vt:lpstr>
      <vt:lpstr>Office Theme</vt:lpstr>
      <vt:lpstr>2_Office Theme</vt:lpstr>
      <vt:lpstr>3_Office Theme</vt:lpstr>
      <vt:lpstr>4_Office Theme</vt:lpstr>
      <vt:lpstr>1_Office Theme</vt:lpstr>
      <vt:lpstr>6_Office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Aakash Kulkarni</dc:creator>
  <cp:lastModifiedBy>Harshit Agarwal</cp:lastModifiedBy>
  <cp:revision>190</cp:revision>
  <dcterms:created xsi:type="dcterms:W3CDTF">2024-07-12T14:48:31Z</dcterms:created>
  <dcterms:modified xsi:type="dcterms:W3CDTF">2026-02-15T15:47:36Z</dcterms:modified>
</cp:coreProperties>
</file>